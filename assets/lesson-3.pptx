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84" r:id="rId2"/>
    <p:sldId id="286" r:id="rId3"/>
    <p:sldId id="492" r:id="rId4"/>
    <p:sldId id="689" r:id="rId5"/>
    <p:sldId id="692" r:id="rId6"/>
    <p:sldId id="690" r:id="rId7"/>
    <p:sldId id="691" r:id="rId8"/>
    <p:sldId id="606" r:id="rId9"/>
    <p:sldId id="607" r:id="rId10"/>
    <p:sldId id="665" r:id="rId11"/>
    <p:sldId id="666" r:id="rId12"/>
    <p:sldId id="667" r:id="rId13"/>
    <p:sldId id="668" r:id="rId14"/>
    <p:sldId id="610" r:id="rId15"/>
    <p:sldId id="627" r:id="rId16"/>
    <p:sldId id="612" r:id="rId17"/>
    <p:sldId id="613" r:id="rId18"/>
    <p:sldId id="614" r:id="rId19"/>
    <p:sldId id="615" r:id="rId20"/>
    <p:sldId id="676" r:id="rId21"/>
    <p:sldId id="677" r:id="rId22"/>
    <p:sldId id="611" r:id="rId23"/>
    <p:sldId id="608" r:id="rId24"/>
    <p:sldId id="618" r:id="rId25"/>
    <p:sldId id="619" r:id="rId26"/>
    <p:sldId id="662" r:id="rId27"/>
    <p:sldId id="622" r:id="rId28"/>
    <p:sldId id="623" r:id="rId29"/>
    <p:sldId id="658" r:id="rId30"/>
    <p:sldId id="659" r:id="rId31"/>
    <p:sldId id="660" r:id="rId32"/>
    <p:sldId id="661" r:id="rId33"/>
    <p:sldId id="663" r:id="rId34"/>
    <p:sldId id="669" r:id="rId35"/>
    <p:sldId id="670" r:id="rId36"/>
    <p:sldId id="671" r:id="rId37"/>
    <p:sldId id="672" r:id="rId38"/>
    <p:sldId id="674" r:id="rId39"/>
    <p:sldId id="675" r:id="rId40"/>
    <p:sldId id="678" r:id="rId41"/>
    <p:sldId id="679" r:id="rId42"/>
    <p:sldId id="651" r:id="rId43"/>
    <p:sldId id="656" r:id="rId44"/>
    <p:sldId id="680" r:id="rId45"/>
    <p:sldId id="681" r:id="rId46"/>
    <p:sldId id="686" r:id="rId47"/>
    <p:sldId id="683" r:id="rId48"/>
    <p:sldId id="684" r:id="rId49"/>
    <p:sldId id="685" r:id="rId50"/>
    <p:sldId id="682" r:id="rId51"/>
    <p:sldId id="688" r:id="rId52"/>
    <p:sldId id="687" r:id="rId5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3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09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Rg st="1" end="66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7646"/>
    <a:srgbClr val="94A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0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210" y="57"/>
      </p:cViewPr>
      <p:guideLst>
        <p:guide pos="393"/>
        <p:guide pos="7256"/>
        <p:guide orient="horz" pos="648"/>
        <p:guide orient="horz" pos="709"/>
        <p:guide orient="horz" pos="3928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125BFA-9804-4093-88E2-8B632930CFD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CF4FD-A07C-4D73-8CA3-57646D4BEA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40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87177-9734-FD90-FBF2-41DF8EDFD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F12FBC-CD2A-1AE0-5C39-4BE511E1E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45DA4A-5161-F280-6FE7-0EB300442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39A1A4-9094-0448-4AE2-3BBB56C10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457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6FA11-67C2-09AC-718A-CDCFAAEE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B523C4-21C0-84F3-5D0E-BDD5A34DB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495BDB-5781-A9C5-3E0F-A3C88A3CB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523707-8468-2FBD-1037-02D971BB6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180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95575-A9AD-752C-E6D2-4016911D6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757118-A72E-2D79-6EA6-7AFBD4F93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31E029-CFB5-D834-9054-20F7B59F1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A00353-B3AE-06A7-B02D-93D8B930B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807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3842-F806-0792-30E8-01701D9EA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32F31C-A958-647B-328F-904CF7834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B7C893-6485-97C6-0C9F-A94340E60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15901F-CD83-0DFF-3D44-FAF2C9372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347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56A9C-AAED-C5EA-2179-618F387B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C9D731-5CBE-5929-1BE3-8B7FB3885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DD19C2-F9D0-8419-C88C-405E1A0BB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175C98-DA20-85B1-6BAF-8B065E306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572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E218C-8422-50B3-0E7B-0BCA1823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FE41D9-B58E-8097-6510-C90D46935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B70764-169E-2591-E9E2-A0860C699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92140B-FCA2-714D-7B9C-19CC650E4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298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D970D-2BDB-803A-9568-D1001E121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6BB119-2814-B5E4-7758-978146D99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AD986B-8516-E406-A831-4364C4829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0A83FC-6D83-9363-4345-C51A18C9DF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137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5014F-2564-0A3E-6415-5406B074F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D6830D-7A99-645D-6BA3-BD2282751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EF7D9A-78F9-A06E-CD73-DA3CAB45C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707112-B5FF-805E-B380-DCCE02BEB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2858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7226-EDBC-FECB-B945-4F591DF56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470E86-6C95-6D9F-10F3-D7F456204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FADA96-09E6-3306-B2F0-38D16D83D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667D93-3FC4-A8D4-E20C-05CA91478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124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7655-11FB-22F5-B008-0A8A93366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BD4551-C630-C287-996C-B2141E34C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AC985E-D9AE-506E-5BAD-C06CFBB1D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EFB842-CBF1-F8D2-9C71-B8DAD52D4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15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EB925-00A4-3E14-8C54-3C8848F9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F0282F-5763-BA8E-AD87-52F60FA20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14EBDE-6987-BD4D-3D07-3B5A4E0BA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A4D259-9041-E9EF-D98B-FA0302E98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09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6FA11-67C2-09AC-718A-CDCFAAEE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B523C4-21C0-84F3-5D0E-BDD5A34DB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495BDB-5781-A9C5-3E0F-A3C88A3CB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523707-8468-2FBD-1037-02D971BB6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389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3693B-F3E4-C3D9-0140-24F929423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8D1091-8539-03F7-9486-35393D3D6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FCC6D1-BB20-D9B4-FA12-498688447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CD0BA3-014A-3C19-A630-DA0DED32F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2093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0F491-B605-5D67-6BD8-82F5E46ED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BF57EE-D7B0-8C0E-5EF7-B0DCDD58F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5C572C-9334-58B2-C9EB-497F7D128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9334CA-0C48-410F-129D-8F122D1D1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2381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C9290-5EA7-F6EC-7F2E-4C0635D6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AE577A-60DA-0F23-5155-2185796C9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564622-8AEF-E3A4-02A9-EEE3C6EE9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FC5C8E-5F49-3657-5E15-26B1BED09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742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4A683-4350-7C22-21E0-D37C106CF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45B963-5F34-664B-74D9-906C14D8E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B3D994-06DE-7E88-5EE3-1DF39B1D7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BA76AE-E131-C1D2-0F6B-79299A241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4795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5CB2A-7E5D-DF79-1684-3B547C936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3BB3E6-6AE6-A96A-51B8-1B0C25E3A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081309-FECD-12DD-6969-0C3CC31C3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2E445C-F8DC-F2E0-A40A-A7DD661CC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3630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4BA34-2384-3FD8-FD36-2F6C20A6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304412-87C2-73CF-8E0F-02BF634ED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8640EE-F16C-B2F8-E2F5-0989E997D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FA69A9-0BE5-37D6-3567-BFFC5AE25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2592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A009-9E4C-8961-7B99-C95282AD0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C3C5E9-7319-508A-7EB2-14334AE8A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E5B0F7-B304-CCD6-CDE4-425BCB63F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760093-8C52-1897-0194-87A2E8A22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698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FE9-2ABF-3113-0431-960C132E2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3BE7BA-828F-DD0D-3457-B21F2701B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617BDE-D609-91AB-4D47-523B629CB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1B96C2-F8FB-7553-02A1-0EA1E78F9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6246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10F40-258F-F718-923E-9083626EA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D7DDDD-71CD-0EC4-9606-C6CA4236A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3CF062-686B-90F6-6129-9BF999033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D25975-9648-5732-8DE1-6882D913F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9631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805CC-7677-276F-DE10-43FBDC46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F51CA2-4808-7BC3-F345-A85B0097DA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D433FD-23DD-137E-8FBC-80B7355D3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543424-9A58-ED75-5A21-686540F12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0052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607EE-1DDB-63BD-C999-2D72EC671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EFD8F4-88EF-60CC-FDDC-740402E4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7E1796-5BAB-39FE-8EFA-52C1B55D4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20764B-5E3A-6D3D-AEB3-ACD305667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1192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89CCF-6C42-CBE3-9064-50FD2CCDF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B15869-D167-E3EC-F33C-726E1A18C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8B52D6-0ACA-E577-42B9-4610ACB49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D72AA4-3BB2-8B57-461E-E69F1833B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4406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5E3A-181A-4B88-5DB5-583FE325C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13E74B-15F3-234A-CF69-1DB0CC201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CC3982-1564-C96E-4443-AF396ADB1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C82571-039B-BE17-A202-82FF5D7A1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2852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8696F-6DB8-E9DA-9873-AFBD3EE63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ED7AB1-71DD-38D4-30AD-F7D04F51A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963B26-0870-6FD9-863C-C3226381D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B44621-D9A7-FEF0-9BD1-D1A2F4E22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3435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E01CB-B1A8-BB02-E1ED-3165E30E6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CD2C96-267B-5285-CAAA-EF910DB4F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2E81D3-784E-EE3D-9DFB-C15386219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18A89D-E8F2-C51A-3755-FFCA2283F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3033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AD44-EA76-12BF-D799-34E5B07AD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B8A36D-38F8-38B1-C32E-6A52653FD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033440-4B10-D1D0-8302-14F1FD6DC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C4E13E-2A66-7B6B-FDF1-FD4162242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9132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99673-378A-233E-49EE-311711455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4EDD89-23F9-3B52-A777-76C7F25C2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FDADFF-90D0-D687-126B-94C0EC134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02E9A6-119A-E099-10B4-63D5C1932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0393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47E09-A49B-BD3D-38E7-72F0EA915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D37274-03D6-3779-96AB-FB3470B52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915429-4A61-A3E5-262B-F8C30C6EC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89CF06-9B10-33DD-615E-50928CE8D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4225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05C57-336C-2F99-0455-5875D8215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1F1758-5E6A-4574-D335-663975922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041BEA-993C-CECC-DC45-319EF25EA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EF5F54-A74F-074B-B6B8-F44CB197D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7479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4AF88-FF5D-17C4-4FC2-138BF7857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04EB51-875C-B711-12CD-EC854344A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467735-F6DC-0909-21B5-69BED5894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36CD94-F6EC-F7D3-C51C-44DD0894A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2032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167A-EFB8-8DDD-1828-84115ED66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84105E-41FA-87DD-5CA6-1E245AFBD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954536-A324-A345-63DB-7E4BBE1FF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5CABF2-AFDA-A67B-3BA2-ADA375E03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0002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22B58-69C4-AA54-8898-AF05834A6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CE7CE3-1AA5-86B9-0BB2-B1C826E88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F7246E-29B3-5EBE-F045-D2AEFBA93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1B0CE0-D615-D292-C9A3-5D4A288FC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6084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01929-9997-E5C1-3FE4-7DDC03FFE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0657E9-CDE2-9BC3-BA1D-94FA5D6F3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B128DB-636E-7EC6-980E-AA2BC4D06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25999F-D1F7-0914-55E6-FB06F9D6B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34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CDD11-FC88-7411-45BC-63B5CF58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A5DB68-ED5C-415F-B604-35295613A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F60A8D-D87D-F6FF-2BCF-4D6CEC051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CA3C51-8385-5F27-39AD-C82967B8B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3349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370C0-43B5-901E-3FFD-C08C1E073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080282-E75F-723A-A384-90F1CDBF2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AC6475-E81A-4E65-8A56-03675BDF1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7C4E56-EDDF-E6BC-B237-DB02C0014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5585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658EB-6017-609C-9F5B-B9DD3474B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3E0C18-16DB-D619-F459-A09D3AEEA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71A86B-AFE3-FC9A-80F3-E06F83B41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830A9A-45DC-7B8B-3946-A3385EFB2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0793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CD356-25D4-9240-D0ED-454ED7F0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11DCF6-B38A-4045-A381-52AFE0CD0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5801CE-8B62-6766-C81F-829F4DC45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31117E-9C9A-6814-CF6B-348180E28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8200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17EDB-9DEA-8F6A-33EF-B6FCF4174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201967-0715-780C-5BDC-FE558E887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628257-CD9D-EBE0-38AC-856212725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95BDFA-3D2F-E55D-B8EC-749C5C9F0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8795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C2DB3-CDE3-BD45-2875-73CE21096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B2373D-C98A-7C70-8BF1-FCA3ED631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6BA36B-6A62-043B-25DE-690515EA7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D660E0-EBDA-A707-D72F-B29F03813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4595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8C0B7-98C0-F56A-E88F-BA37D8FC2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9F75F3-EA16-E68B-F8F8-65C008A54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D6165E-C631-18F8-9F87-3DE7DEF23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B62555-4EF7-3E7B-6EC0-4F3E9FFE8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23917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81933-734F-6E47-C6C8-37590DF85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AE6ECD-F6D1-CC48-CCA5-AD75A74FC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8159B2-3E1F-4CED-8BD7-2D72E0B3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0A87F6-737F-96E3-FDA3-E36203556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0362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93785-26EB-ED3E-8FAF-6FA34D085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EF88A0-63E5-8076-138A-C824CBA48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B5B05A-311E-3926-B3F5-4FF1C506D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838987-E903-ACA3-FB3C-6270AFE02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1727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A9374-9B26-25AD-A545-A17C236B0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5C45A1-1B08-4CB3-AE17-BF8EDBD2D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0E2AFB-3296-BCA8-6662-C426144F4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658723-2339-458B-AEE7-F6BDDE055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9558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B89F0-2F60-0FFB-88F7-20DF1ADCD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D29C9D-ABA8-0893-E531-DB04E95CB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5E12B2-2810-C03C-5F5F-4F61F01EA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AA8AB0-DD58-B165-EF60-6CE8FCC35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43609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3FF26-AEE4-27E3-857E-78C1D2B1D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277732-F005-D780-FBC4-8FAD39609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6CE9F3-13FC-677E-E68B-783A581D8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EDDE98-B076-D1C7-A5E1-AB45CF587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22479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21E20-5685-B672-4909-CF5D3952A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CE33B2-CB6F-E261-3D2C-75D29CFA7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8DEFB65-D6ED-9562-B140-6FA2EA137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312CA2-ADA4-AF2E-51F2-FDCAD2FE6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1163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496CE-01A0-3C27-F15A-A0B1F4684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2F4F52-765F-5DDD-8269-E5A065695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319D4E-D285-A216-8596-E8810D4B4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D76EDC-377C-98B3-90B9-88730C620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985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78DD6B-46E5-46A0-8748-F271F6A9D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34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78DD6B-46E5-46A0-8748-F271F6A9D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08B856-603C-4B47-9159-C9A7E23A38EC}"/>
              </a:ext>
            </a:extLst>
          </p:cNvPr>
          <p:cNvSpPr/>
          <p:nvPr userDrawn="1"/>
        </p:nvSpPr>
        <p:spPr>
          <a:xfrm>
            <a:off x="176270" y="99152"/>
            <a:ext cx="11839460" cy="66596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A3FAD3-13F2-4CD1-9283-D29261CFDA2E}"/>
              </a:ext>
            </a:extLst>
          </p:cNvPr>
          <p:cNvSpPr txBox="1"/>
          <p:nvPr userDrawn="1"/>
        </p:nvSpPr>
        <p:spPr>
          <a:xfrm>
            <a:off x="1141904" y="280715"/>
            <a:ext cx="949404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1" i="0" u="none" strike="noStrike" cap="none" spc="0" normalizeH="0" baseline="0">
                <a:ln>
                  <a:noFill/>
                </a:ln>
                <a:gradFill flip="none" rotWithShape="1">
                  <a:gsLst>
                    <a:gs pos="51000">
                      <a:schemeClr val="tx1">
                        <a:lumMod val="85000"/>
                        <a:lumOff val="15000"/>
                      </a:schemeClr>
                    </a:gs>
                    <a:gs pos="51000">
                      <a:srgbClr val="000000">
                        <a:lumMod val="75000"/>
                        <a:lumOff val="25000"/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</a:defRPr>
            </a:lvl1pPr>
          </a:lstStyle>
          <a:p>
            <a:pPr algn="l"/>
            <a:r>
              <a:rPr lang="zh-CN" altLang="en-US" sz="3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作者简介</a:t>
            </a:r>
          </a:p>
        </p:txBody>
      </p:sp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FE9F7F45-7325-4317-BFE1-D1ADDDD8772F}"/>
              </a:ext>
            </a:extLst>
          </p:cNvPr>
          <p:cNvSpPr/>
          <p:nvPr userDrawn="1"/>
        </p:nvSpPr>
        <p:spPr>
          <a:xfrm rot="5400000">
            <a:off x="330069" y="232369"/>
            <a:ext cx="435426" cy="7430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4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435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78DD6B-46E5-46A0-8748-F271F6A9D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08B856-603C-4B47-9159-C9A7E23A38EC}"/>
              </a:ext>
            </a:extLst>
          </p:cNvPr>
          <p:cNvSpPr/>
          <p:nvPr userDrawn="1"/>
        </p:nvSpPr>
        <p:spPr>
          <a:xfrm>
            <a:off x="176270" y="99152"/>
            <a:ext cx="11839460" cy="66596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A3FAD3-13F2-4CD1-9283-D29261CFDA2E}"/>
              </a:ext>
            </a:extLst>
          </p:cNvPr>
          <p:cNvSpPr txBox="1"/>
          <p:nvPr userDrawn="1"/>
        </p:nvSpPr>
        <p:spPr>
          <a:xfrm>
            <a:off x="1141904" y="280715"/>
            <a:ext cx="949404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1" i="0" u="none" strike="noStrike" cap="none" spc="0" normalizeH="0" baseline="0">
                <a:ln>
                  <a:noFill/>
                </a:ln>
                <a:gradFill flip="none" rotWithShape="1">
                  <a:gsLst>
                    <a:gs pos="51000">
                      <a:schemeClr val="tx1">
                        <a:lumMod val="85000"/>
                        <a:lumOff val="15000"/>
                      </a:schemeClr>
                    </a:gs>
                    <a:gs pos="51000">
                      <a:srgbClr val="000000">
                        <a:lumMod val="75000"/>
                        <a:lumOff val="25000"/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</a:defRPr>
            </a:lvl1pPr>
          </a:lstStyle>
          <a:p>
            <a:pPr algn="l"/>
            <a:r>
              <a:rPr lang="zh-CN" altLang="en-US" sz="3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内容简介</a:t>
            </a:r>
          </a:p>
        </p:txBody>
      </p:sp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FE9F7F45-7325-4317-BFE1-D1ADDDD8772F}"/>
              </a:ext>
            </a:extLst>
          </p:cNvPr>
          <p:cNvSpPr/>
          <p:nvPr userDrawn="1"/>
        </p:nvSpPr>
        <p:spPr>
          <a:xfrm rot="5400000">
            <a:off x="330069" y="232369"/>
            <a:ext cx="435426" cy="7430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4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189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78DD6B-46E5-46A0-8748-F271F6A9D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08B856-603C-4B47-9159-C9A7E23A38EC}"/>
              </a:ext>
            </a:extLst>
          </p:cNvPr>
          <p:cNvSpPr/>
          <p:nvPr userDrawn="1"/>
        </p:nvSpPr>
        <p:spPr>
          <a:xfrm>
            <a:off x="176270" y="99152"/>
            <a:ext cx="11839460" cy="66596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A3FAD3-13F2-4CD1-9283-D29261CFDA2E}"/>
              </a:ext>
            </a:extLst>
          </p:cNvPr>
          <p:cNvSpPr txBox="1"/>
          <p:nvPr userDrawn="1"/>
        </p:nvSpPr>
        <p:spPr>
          <a:xfrm>
            <a:off x="1141904" y="280715"/>
            <a:ext cx="949404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1" i="0" u="none" strike="noStrike" cap="none" spc="0" normalizeH="0" baseline="0">
                <a:ln>
                  <a:noFill/>
                </a:ln>
                <a:gradFill flip="none" rotWithShape="1">
                  <a:gsLst>
                    <a:gs pos="51000">
                      <a:schemeClr val="tx1">
                        <a:lumMod val="85000"/>
                        <a:lumOff val="15000"/>
                      </a:schemeClr>
                    </a:gs>
                    <a:gs pos="51000">
                      <a:srgbClr val="000000">
                        <a:lumMod val="75000"/>
                        <a:lumOff val="25000"/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</a:defRPr>
            </a:lvl1pPr>
          </a:lstStyle>
          <a:p>
            <a:pPr algn="l"/>
            <a:r>
              <a:rPr lang="zh-CN" altLang="en-US" sz="3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精彩分享</a:t>
            </a:r>
          </a:p>
        </p:txBody>
      </p:sp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FE9F7F45-7325-4317-BFE1-D1ADDDD8772F}"/>
              </a:ext>
            </a:extLst>
          </p:cNvPr>
          <p:cNvSpPr/>
          <p:nvPr userDrawn="1"/>
        </p:nvSpPr>
        <p:spPr>
          <a:xfrm rot="5400000">
            <a:off x="330069" y="232369"/>
            <a:ext cx="435426" cy="7430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4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61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4F7677AC-35B2-4031-8BFC-069432CE8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46EDD1A-F999-47FE-AB89-A950BF78679E}"/>
              </a:ext>
            </a:extLst>
          </p:cNvPr>
          <p:cNvSpPr/>
          <p:nvPr userDrawn="1"/>
        </p:nvSpPr>
        <p:spPr>
          <a:xfrm>
            <a:off x="176270" y="99152"/>
            <a:ext cx="11839460" cy="66596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顶角 12">
            <a:extLst>
              <a:ext uri="{FF2B5EF4-FFF2-40B4-BE49-F238E27FC236}">
                <a16:creationId xmlns:a16="http://schemas.microsoft.com/office/drawing/2014/main" id="{10441D44-3BDA-46B5-A7EA-273A2FA2F73A}"/>
              </a:ext>
            </a:extLst>
          </p:cNvPr>
          <p:cNvSpPr/>
          <p:nvPr userDrawn="1"/>
        </p:nvSpPr>
        <p:spPr>
          <a:xfrm rot="5400000">
            <a:off x="330069" y="232369"/>
            <a:ext cx="435426" cy="7430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4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E4FE133-F81F-0514-8CF1-F56EF9108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387" y="401497"/>
            <a:ext cx="5933536" cy="549275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64315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3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EAFD8E-685F-40BD-B2A9-34CECD370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9172F3-7A92-46E8-888E-0F0767758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ACF382-3128-491C-A07F-F25DE83C1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D6B94-8ACF-4077-8696-3DD92418CED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3485A7-3C95-43C6-ACB0-7F49417AD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17D102-9642-4449-83F9-D2D058B97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D4F94-E846-4316-A9F3-ADEB04DF0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008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6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p3"/><Relationship Id="rId2" Type="http://schemas.microsoft.com/office/2007/relationships/media" Target="../media/media1.mp3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形">
            <a:extLst>
              <a:ext uri="{FF2B5EF4-FFF2-40B4-BE49-F238E27FC236}">
                <a16:creationId xmlns:a16="http://schemas.microsoft.com/office/drawing/2014/main" id="{8D26B845-B235-498A-8B25-F43982FB3EE1}"/>
              </a:ext>
            </a:extLst>
          </p:cNvPr>
          <p:cNvSpPr txBox="1"/>
          <p:nvPr/>
        </p:nvSpPr>
        <p:spPr>
          <a:xfrm>
            <a:off x="1257300" y="2299396"/>
            <a:ext cx="10115550" cy="1268458"/>
          </a:xfrm>
          <a:prstGeom prst="rect">
            <a:avLst/>
          </a:prstGeom>
          <a:noFill/>
          <a:effectLst/>
        </p:spPr>
        <p:txBody>
          <a:bodyPr wrap="square" lIns="104680" tIns="52341" rIns="104680" bIns="52341" rtlCol="0">
            <a:spAutoFit/>
          </a:bodyPr>
          <a:lstStyle/>
          <a:p>
            <a:pPr lvl="0" algn="ctr">
              <a:defRPr/>
            </a:pPr>
            <a:r>
              <a:rPr lang="en-US" altLang="zh-CN" sz="7556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《God </a:t>
            </a:r>
            <a:r>
              <a:rPr lang="en-US" altLang="zh-CN" sz="7556" dirty="0" err="1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i</a:t>
            </a:r>
            <a:r>
              <a:rPr lang="en-US" altLang="zh-CN" sz="7556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 </a:t>
            </a:r>
            <a:r>
              <a:rPr lang="en-US" altLang="zh-CN" sz="7556" dirty="0" err="1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norsk</a:t>
            </a:r>
            <a:r>
              <a:rPr lang="en-US" altLang="zh-CN" sz="7556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 A1/A2</a:t>
            </a:r>
            <a:r>
              <a:rPr kumimoji="0" lang="en-US" altLang="zh-CN" sz="7556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》</a:t>
            </a:r>
            <a:endParaRPr kumimoji="0" lang="zh-CN" altLang="en-US" sz="7556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" panose="00020600040101010101" charset="-122"/>
            </a:endParaRPr>
          </a:p>
        </p:txBody>
      </p:sp>
      <p:pic>
        <p:nvPicPr>
          <p:cNvPr id="27" name="其他元素4">
            <a:hlinkClick r:id="" action="ppaction://media"/>
            <a:extLst>
              <a:ext uri="{FF2B5EF4-FFF2-40B4-BE49-F238E27FC236}">
                <a16:creationId xmlns:a16="http://schemas.microsoft.com/office/drawing/2014/main" id="{0381DCD6-3097-4F34-8422-AAF300CCCB68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9231" y="-78422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48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B4CD78B-B5E5-4F12-A01A-7B9FBB451293}"/>
              </a:ext>
            </a:extLst>
          </p:cNvPr>
          <p:cNvSpPr txBox="1"/>
          <p:nvPr/>
        </p:nvSpPr>
        <p:spPr>
          <a:xfrm>
            <a:off x="4237342" y="1614221"/>
            <a:ext cx="370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Chapter 2</a:t>
            </a:r>
            <a:endParaRPr lang="zh-CN" altLang="en-US" sz="4400" spc="300" dirty="0">
              <a:solidFill>
                <a:srgbClr val="94A585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71CC13-FA60-4614-BDB3-42076670C2A2}"/>
              </a:ext>
            </a:extLst>
          </p:cNvPr>
          <p:cNvSpPr txBox="1"/>
          <p:nvPr/>
        </p:nvSpPr>
        <p:spPr>
          <a:xfrm>
            <a:off x="2216228" y="2532743"/>
            <a:ext cx="92414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9600" dirty="0"/>
              <a:t>Hvordan går det?</a:t>
            </a:r>
            <a:endParaRPr lang="zh-CN" altLang="en-US" sz="9600" spc="300" dirty="0">
              <a:solidFill>
                <a:schemeClr val="tx1">
                  <a:lumMod val="65000"/>
                  <a:lumOff val="3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770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fade thruBlk="1"/>
      </p:transition>
    </mc:Choice>
    <mc:Fallback xmlns="">
      <p:transition spd="slow" advTm="3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053E8-2476-22AA-360E-443611E01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3E1E7B0-9780-8100-64F6-07735D8F33DC}"/>
              </a:ext>
            </a:extLst>
          </p:cNvPr>
          <p:cNvSpPr txBox="1"/>
          <p:nvPr/>
        </p:nvSpPr>
        <p:spPr>
          <a:xfrm>
            <a:off x="1716482" y="2659559"/>
            <a:ext cx="87590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2.1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Kjenner</a:t>
            </a:r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 du Marek?</a:t>
            </a:r>
            <a:endParaRPr lang="zh-CN" altLang="en-US" sz="4400" b="1" spc="300" dirty="0">
              <a:solidFill>
                <a:srgbClr val="94A585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498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fade thruBlk="1"/>
      </p:transition>
    </mc:Choice>
    <mc:Fallback xmlns="">
      <p:transition spd="slow" advTm="3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A5D0B-61F1-AB6D-0440-D5BB42530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CDDC309-4F8F-3DBC-34E6-ED05D898DBB7}"/>
              </a:ext>
            </a:extLst>
          </p:cNvPr>
          <p:cNvSpPr txBox="1"/>
          <p:nvPr/>
        </p:nvSpPr>
        <p:spPr>
          <a:xfrm>
            <a:off x="718590" y="2019135"/>
            <a:ext cx="101541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Hvordan</a:t>
            </a:r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54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går</a:t>
            </a:r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det? </a:t>
            </a:r>
          </a:p>
          <a:p>
            <a:pPr algn="ctr"/>
            <a:r>
              <a:rPr lang="en-US" altLang="zh-CN" sz="54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Hvordan</a:t>
            </a:r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54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går</a:t>
            </a:r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det med deg?</a:t>
            </a:r>
          </a:p>
          <a:p>
            <a:pPr algn="ctr"/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- </a:t>
            </a:r>
            <a:r>
              <a:rPr lang="sv-SE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Det går bra! / Bare bra,takk.</a:t>
            </a:r>
            <a:endParaRPr lang="en-US" altLang="zh-CN" sz="5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96E694A-6182-4680-2D3E-3F4CC37BF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1934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C57DC-056F-83DE-A460-AC48BDFC6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45E99ED-FF51-59BC-D937-C1E5B28F7E49}"/>
              </a:ext>
            </a:extLst>
          </p:cNvPr>
          <p:cNvSpPr txBox="1"/>
          <p:nvPr/>
        </p:nvSpPr>
        <p:spPr>
          <a:xfrm>
            <a:off x="1055914" y="1114058"/>
            <a:ext cx="988422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Hvordan</a:t>
            </a:r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6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</a:t>
            </a:r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du det?</a:t>
            </a:r>
            <a:endParaRPr lang="en-US" altLang="zh-CN" sz="5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4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</a:t>
            </a:r>
            <a:r>
              <a:rPr lang="en-US" altLang="zh-CN" sz="6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</a:t>
            </a:r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det bra. </a:t>
            </a:r>
          </a:p>
          <a:p>
            <a:pPr algn="ctr"/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Jeg </a:t>
            </a:r>
            <a:r>
              <a:rPr lang="en-US" altLang="zh-CN" sz="6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</a:t>
            </a:r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det </a:t>
            </a:r>
            <a:r>
              <a:rPr lang="en-US" altLang="zh-CN" sz="6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greit</a:t>
            </a:r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977621-AC17-4BB1-735A-5D91BF20A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392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F1854-ED3E-BC69-50B6-02FE3F7A4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3E03951-40D1-3FDB-8472-DBE3F8C61CB5}"/>
              </a:ext>
            </a:extLst>
          </p:cNvPr>
          <p:cNvSpPr txBox="1"/>
          <p:nvPr/>
        </p:nvSpPr>
        <p:spPr>
          <a:xfrm>
            <a:off x="3885791" y="1305341"/>
            <a:ext cx="56637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 det. </a:t>
            </a:r>
          </a:p>
          <a:p>
            <a:r>
              <a:rPr lang="sv-SE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 det bra. </a:t>
            </a:r>
          </a:p>
          <a:p>
            <a:r>
              <a:rPr lang="sv-SE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Vi ses.</a:t>
            </a:r>
          </a:p>
          <a:p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Vi </a:t>
            </a:r>
            <a:r>
              <a:rPr lang="en-US" altLang="zh-CN" sz="54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snakkes</a:t>
            </a:r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</a:t>
            </a:r>
          </a:p>
          <a:p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Vi </a:t>
            </a:r>
            <a:r>
              <a:rPr lang="en-US" altLang="zh-CN" sz="54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ses</a:t>
            </a:r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54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senere</a:t>
            </a:r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E6805C9-026B-8F02-0EE0-938467538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再见的表达方式</a:t>
            </a:r>
          </a:p>
        </p:txBody>
      </p:sp>
    </p:spTree>
    <p:extLst>
      <p:ext uri="{BB962C8B-B14F-4D97-AF65-F5344CB8AC3E}">
        <p14:creationId xmlns:p14="http://schemas.microsoft.com/office/powerpoint/2010/main" val="224897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4CD03-AD5D-84ED-0E9B-EF481B5CE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DA5A9FA-6C7E-B755-E6FD-01A521886072}"/>
              </a:ext>
            </a:extLst>
          </p:cNvPr>
          <p:cNvSpPr txBox="1"/>
          <p:nvPr/>
        </p:nvSpPr>
        <p:spPr>
          <a:xfrm>
            <a:off x="2730256" y="1246129"/>
            <a:ext cx="7271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Takk.</a:t>
            </a:r>
          </a:p>
          <a:p>
            <a:r>
              <a:rPr lang="sv-SE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Tusen takk.</a:t>
            </a:r>
          </a:p>
          <a:p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M</a:t>
            </a:r>
            <a:r>
              <a:rPr lang="nb-NO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ange takk. </a:t>
            </a:r>
            <a:endParaRPr lang="sv-SE" altLang="zh-CN" sz="5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r>
              <a:rPr lang="nb-NO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Takk skal du ha.</a:t>
            </a:r>
          </a:p>
          <a:p>
            <a:r>
              <a:rPr lang="nb-NO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Tusen hjertelig takk.</a:t>
            </a:r>
            <a:endParaRPr lang="en-US" altLang="zh-CN" sz="5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E9A21B3-8214-344D-8FEB-ECEDE5956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谢谢的表达方式</a:t>
            </a:r>
          </a:p>
        </p:txBody>
      </p:sp>
    </p:spTree>
    <p:extLst>
      <p:ext uri="{BB962C8B-B14F-4D97-AF65-F5344CB8AC3E}">
        <p14:creationId xmlns:p14="http://schemas.microsoft.com/office/powerpoint/2010/main" val="400626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6559F-CF70-7CE7-F028-5C1445C3D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46A9814-C468-6C36-C500-3E32676FBF02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dag</a:t>
            </a:r>
          </a:p>
        </p:txBody>
      </p:sp>
    </p:spTree>
    <p:extLst>
      <p:ext uri="{BB962C8B-B14F-4D97-AF65-F5344CB8AC3E}">
        <p14:creationId xmlns:p14="http://schemas.microsoft.com/office/powerpoint/2010/main" val="327934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7E21E-A2EE-94CE-468E-8D389EA0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2658AF-7F42-F3C4-C8C5-0C97D4FB754C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今天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3C5117-E43D-C4F1-0B83-82BA616D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3433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47577-AF04-AB57-5148-99D240F98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56BDAC2-8BCC-3EE9-4B71-F8761304DFC1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går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0308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38AA0-3184-5C19-FD7C-E76843B5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B53E32-8CCA-FB63-E6E4-FF16D6FDB9D2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昨天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271EE6E-35E5-47E9-FF2E-3C743AC79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9772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27E84-F4C7-13C0-2CAD-1A1D92A5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CE76483-3E43-6B43-A5E4-2C51CF38BA7B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morgen</a:t>
            </a:r>
          </a:p>
        </p:txBody>
      </p:sp>
    </p:spTree>
    <p:extLst>
      <p:ext uri="{BB962C8B-B14F-4D97-AF65-F5344CB8AC3E}">
        <p14:creationId xmlns:p14="http://schemas.microsoft.com/office/powerpoint/2010/main" val="84960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ADF73-4BCB-ADA3-C0B2-52055AA81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9424814-382A-FC4F-7583-ADE247656751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明天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D8D9BA9-4D1E-6CD9-2B9E-029BDAE07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572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67E78-CE09-E1C0-5229-B4E0549E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C47C07C-A646-2C36-9296-DBA0AF3AC0A0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en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tekst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428DB9-B69A-D056-ECD7-71425A44C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2137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C57DC-056F-83DE-A460-AC48BDFC6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45E99ED-FF51-59BC-D937-C1E5B28F7E49}"/>
              </a:ext>
            </a:extLst>
          </p:cNvPr>
          <p:cNvSpPr txBox="1"/>
          <p:nvPr/>
        </p:nvSpPr>
        <p:spPr>
          <a:xfrm>
            <a:off x="775063" y="2416693"/>
            <a:ext cx="98842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一个文本；一段文字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977621-AC17-4BB1-735A-5D91BF20A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5596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88664-A3EC-E07B-D73E-F3DBABBCE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669CCFE-7EB3-375F-A0E4-308975581A7F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en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lekse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D601D08-97AF-DF73-BF63-577C96FED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706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F75DC-C80B-85AC-204F-974FFABEE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830C342-5580-A6F0-3276-7E80152AB51C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一份作业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37B0657-284E-CE12-8BEF-515743C37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66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BD388-CD32-695D-F25B-4B5B4C90C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8A18CA5-EA86-3358-BC82-37FEA6B0E4BC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er 26 år.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B06F6A-11D2-FD1C-28D0-B2A0D42A9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49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6274-F8E4-4EF2-6C26-07DAA0AA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33BFA11-7BDF-9DC9-9AA1-56DAB4E5AA32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我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26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岁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9F6B8F6-DC62-DC37-C83C-433B2ACFF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210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DFB02-E558-8A4A-3940-6F0AB46B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3074BC2-C89B-0E82-0400-C39C005673FF}"/>
              </a:ext>
            </a:extLst>
          </p:cNvPr>
          <p:cNvSpPr txBox="1"/>
          <p:nvPr/>
        </p:nvSpPr>
        <p:spPr>
          <a:xfrm>
            <a:off x="1802674" y="2434110"/>
            <a:ext cx="90133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Hvor gammel er du?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B2E5BB2-B776-7FDB-E5B6-E180E2286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920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CED71-0A97-4152-C631-B59D2680E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520047B-AD4D-3BAE-E2C4-E9BE59D0396D}"/>
              </a:ext>
            </a:extLst>
          </p:cNvPr>
          <p:cNvSpPr txBox="1"/>
          <p:nvPr/>
        </p:nvSpPr>
        <p:spPr>
          <a:xfrm>
            <a:off x="2629989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你多少岁？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CC5B0D-CD5D-49E5-341B-4B2813DC5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592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6A7C1-AA0D-3146-C145-5BF062056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3002E1F-0805-769C-91C0-FCF40F60A8EE}"/>
              </a:ext>
            </a:extLst>
          </p:cNvPr>
          <p:cNvSpPr txBox="1"/>
          <p:nvPr/>
        </p:nvSpPr>
        <p:spPr>
          <a:xfrm>
            <a:off x="1924594" y="2373150"/>
            <a:ext cx="88827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kom </a:t>
            </a:r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nb-NO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mai i 2017.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ABE30B3-FB88-E063-E9B0-E83AAD2C8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2203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B6BBD-3629-68CE-77DD-0E957CD5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8028DD8-8DC1-7E4D-523A-2F74D2C28834}"/>
              </a:ext>
            </a:extLst>
          </p:cNvPr>
          <p:cNvSpPr txBox="1"/>
          <p:nvPr/>
        </p:nvSpPr>
        <p:spPr>
          <a:xfrm>
            <a:off x="1011387" y="2564740"/>
            <a:ext cx="100190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我是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2017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5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月份来的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8BF7DDE-9358-913E-1980-348289DA7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692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5B14A-7F26-B902-F434-E34C5B1D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C07855D-1D0A-1178-85EE-33BB36C9788D}"/>
              </a:ext>
            </a:extLst>
          </p:cNvPr>
          <p:cNvSpPr txBox="1"/>
          <p:nvPr/>
        </p:nvSpPr>
        <p:spPr>
          <a:xfrm>
            <a:off x="2333897" y="2378593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snekker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A6F86FB-26A7-4980-C423-5CB6A22D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9456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08C38-1CDF-50BB-EDF8-CBEC2304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91472F3-5B87-A400-583A-12B70794F6CD}"/>
              </a:ext>
            </a:extLst>
          </p:cNvPr>
          <p:cNvSpPr txBox="1"/>
          <p:nvPr/>
        </p:nvSpPr>
        <p:spPr>
          <a:xfrm>
            <a:off x="609600" y="2416692"/>
            <a:ext cx="10441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木匠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F7323B3-827B-78C6-9C33-243B4289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00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45D50-694C-5719-AB96-6B300F83F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3C54DE4-C493-538D-046F-C2DD84385C98}"/>
              </a:ext>
            </a:extLst>
          </p:cNvPr>
          <p:cNvSpPr txBox="1"/>
          <p:nvPr/>
        </p:nvSpPr>
        <p:spPr>
          <a:xfrm>
            <a:off x="1901840" y="1665578"/>
            <a:ext cx="82251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en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venn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1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个朋友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vann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水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5FA4227-8493-0791-9CDB-A5E9F56BA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430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E742B-42CC-F0CC-9F44-52B08E1AB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C489FB4-F935-0DCE-4EC9-0D44A4B5B2E7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er gift.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6780312-674E-4E8F-AF88-D568DAF6C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487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2C0B5-B279-D3B6-6481-24080B3FB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C413AE9-6877-1E72-DAFE-3F0D2B020219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我结婚了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232293F-4DD3-0E57-4FB4-F0A4C729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190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624BF-3913-7660-4D03-44915A2A0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CB21C-EC59-2BFC-06BA-A8ED4BB627BF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med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C54BCD0-2DA8-B6D6-527C-09FCFA7FD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910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41FE-2DBB-5E93-3EDE-5346DF25E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F5626CA-6BF7-3A00-36B3-4143FAFFC084}"/>
              </a:ext>
            </a:extLst>
          </p:cNvPr>
          <p:cNvSpPr txBox="1"/>
          <p:nvPr/>
        </p:nvSpPr>
        <p:spPr>
          <a:xfrm>
            <a:off x="2360023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和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845E9F1-1C2C-A5D4-4DA8-E2AFFBA73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484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C215C-4115-3BB2-572F-C7C8E9579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887C1A1-EDE9-B9B6-0E52-2E85CA9002E4}"/>
              </a:ext>
            </a:extLst>
          </p:cNvPr>
          <p:cNvSpPr txBox="1"/>
          <p:nvPr/>
        </p:nvSpPr>
        <p:spPr>
          <a:xfrm>
            <a:off x="2577737" y="2384236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men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951DBE5-89FA-FC79-8D52-B1B683C5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8337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EBF30-89DD-0891-0622-D56C8BC1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ECC6C1A-C354-FD04-3836-4FF8E06750CD}"/>
              </a:ext>
            </a:extLst>
          </p:cNvPr>
          <p:cNvSpPr txBox="1"/>
          <p:nvPr/>
        </p:nvSpPr>
        <p:spPr>
          <a:xfrm>
            <a:off x="2351315" y="2242521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但是</a:t>
            </a:r>
            <a:endParaRPr lang="en-US" altLang="zh-CN" sz="5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649607-13E3-9BFC-5B31-BC95AA0F0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293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6A8E-3626-B7EC-85D3-9CFFBDC14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B197E-A9E7-C477-38AA-9383F453C7A4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</a:t>
            </a:r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fri.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77BEF7-6B38-A402-1816-8A110A05F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0425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C8497-D08A-3708-2C12-68D9E26E0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4FD9E35-D845-4514-8293-D2D8F778C655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我有空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AA7D2C2-905F-A4E5-068F-D22DC642C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242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736E4-C565-E2AE-592D-0E7BA355B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890A860-67E6-49EC-6C92-5F78B7FFCEEE}"/>
              </a:ext>
            </a:extLst>
          </p:cNvPr>
          <p:cNvSpPr txBox="1"/>
          <p:nvPr/>
        </p:nvSpPr>
        <p:spPr>
          <a:xfrm>
            <a:off x="2577737" y="2384236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chatter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B7539D-EF6D-3C7E-CA7B-8251EFDC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108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A3110-541E-A601-F803-F310850FA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C66E086-7913-C208-B279-2DC6199D7012}"/>
              </a:ext>
            </a:extLst>
          </p:cNvPr>
          <p:cNvSpPr txBox="1"/>
          <p:nvPr/>
        </p:nvSpPr>
        <p:spPr>
          <a:xfrm>
            <a:off x="2351315" y="2242521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聊天</a:t>
            </a:r>
            <a:endParaRPr lang="en-US" altLang="zh-CN" sz="5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CEB062-525E-5AE7-F866-E97B20FE8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101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3E939-48F6-4D04-4B40-72730D4C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A23DC3D-84DE-EF9D-C85F-EE77516CF100}"/>
              </a:ext>
            </a:extLst>
          </p:cNvPr>
          <p:cNvSpPr txBox="1"/>
          <p:nvPr/>
        </p:nvSpPr>
        <p:spPr>
          <a:xfrm>
            <a:off x="2551611" y="1731093"/>
            <a:ext cx="67404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studerer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学习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student 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学生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0CAF87C-DF3D-6A2E-E520-5EB887CA2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354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7F21-E1C6-968F-80B4-486199301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2E96084-F8F2-5283-5BC0-B4A43CA7FE05}"/>
              </a:ext>
            </a:extLst>
          </p:cNvPr>
          <p:cNvSpPr txBox="1"/>
          <p:nvPr/>
        </p:nvSpPr>
        <p:spPr>
          <a:xfrm>
            <a:off x="2577737" y="2384236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hver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dag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25ABB92-651D-25E2-1D97-FC9F0646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27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CCC6A-B783-B240-4E01-41B46F159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8987532-5564-F75C-FC35-9BE0C4A5704D}"/>
              </a:ext>
            </a:extLst>
          </p:cNvPr>
          <p:cNvSpPr txBox="1"/>
          <p:nvPr/>
        </p:nvSpPr>
        <p:spPr>
          <a:xfrm>
            <a:off x="2351315" y="2242521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每一天</a:t>
            </a:r>
            <a:endParaRPr lang="en-US" altLang="zh-CN" sz="5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B52A06B-6038-E0E9-2F51-F5B16A83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1974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37433-04AC-1B65-1235-3E94BDB88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B991B00-D451-1DF7-B254-821A9204BA43}"/>
              </a:ext>
            </a:extLst>
          </p:cNvPr>
          <p:cNvSpPr txBox="1"/>
          <p:nvPr/>
        </p:nvSpPr>
        <p:spPr>
          <a:xfrm>
            <a:off x="1314994" y="2521195"/>
            <a:ext cx="95620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Når </a:t>
            </a:r>
            <a:r>
              <a:rPr lang="nb-NO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ko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m</a:t>
            </a:r>
            <a:r>
              <a:rPr lang="nb-NO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du til N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o</a:t>
            </a:r>
            <a:r>
              <a:rPr lang="nb-NO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rge</a:t>
            </a:r>
            <a:r>
              <a:rPr lang="nb-NO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?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2B79167-6008-E76F-800D-6EFDBEF6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7499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94756-6DA1-A750-4AB7-C6F8FB3C6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AF6AFF7-5B16-E9A1-D0E7-FB7DECB83C31}"/>
              </a:ext>
            </a:extLst>
          </p:cNvPr>
          <p:cNvSpPr txBox="1"/>
          <p:nvPr/>
        </p:nvSpPr>
        <p:spPr>
          <a:xfrm>
            <a:off x="1102722" y="2767280"/>
            <a:ext cx="101541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你什么时候来的挪威？</a:t>
            </a:r>
            <a:endParaRPr lang="en-US" altLang="zh-CN" sz="5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A51BE8-AFF5-35E3-CE0B-B4FD104A0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164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FBDF3-9D49-8783-D738-AD98AD35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F0D7AB4-6BB2-E39D-73A3-2578699D46DE}"/>
              </a:ext>
            </a:extLst>
          </p:cNvPr>
          <p:cNvSpPr txBox="1"/>
          <p:nvPr/>
        </p:nvSpPr>
        <p:spPr>
          <a:xfrm>
            <a:off x="2333897" y="2373150"/>
            <a:ext cx="6740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2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F73B847-74DB-1B80-1D5F-11FAD1BA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E584C72-931F-62B3-FAC7-112047795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976831"/>
              </p:ext>
            </p:extLst>
          </p:nvPr>
        </p:nvGraphicFramePr>
        <p:xfrm>
          <a:off x="2728501" y="502443"/>
          <a:ext cx="6623414" cy="5853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113">
                  <a:extLst>
                    <a:ext uri="{9D8B030D-6E8A-4147-A177-3AD203B41FA5}">
                      <a16:colId xmlns:a16="http://schemas.microsoft.com/office/drawing/2014/main" val="1087958790"/>
                    </a:ext>
                  </a:extLst>
                </a:gridCol>
                <a:gridCol w="2501434">
                  <a:extLst>
                    <a:ext uri="{9D8B030D-6E8A-4147-A177-3AD203B41FA5}">
                      <a16:colId xmlns:a16="http://schemas.microsoft.com/office/drawing/2014/main" val="2915466958"/>
                    </a:ext>
                  </a:extLst>
                </a:gridCol>
                <a:gridCol w="2184867">
                  <a:extLst>
                    <a:ext uri="{9D8B030D-6E8A-4147-A177-3AD203B41FA5}">
                      <a16:colId xmlns:a16="http://schemas.microsoft.com/office/drawing/2014/main" val="3882496526"/>
                    </a:ext>
                  </a:extLst>
                </a:gridCol>
              </a:tblGrid>
              <a:tr h="51777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中文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挪威语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英文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441003"/>
                  </a:ext>
                </a:extLst>
              </a:tr>
              <a:tr h="4446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一月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januar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January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335183076"/>
                  </a:ext>
                </a:extLst>
              </a:tr>
              <a:tr h="4446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effectLst/>
                        </a:rPr>
                        <a:t>二月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februar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effectLst/>
                        </a:rPr>
                        <a:t>February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983375378"/>
                  </a:ext>
                </a:extLst>
              </a:tr>
              <a:tr h="4446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effectLst/>
                        </a:rPr>
                        <a:t>三月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mars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effectLst/>
                        </a:rPr>
                        <a:t>March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722986056"/>
                  </a:ext>
                </a:extLst>
              </a:tr>
              <a:tr h="4446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effectLst/>
                        </a:rPr>
                        <a:t>四月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april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effectLst/>
                        </a:rPr>
                        <a:t>April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679195139"/>
                  </a:ext>
                </a:extLst>
              </a:tr>
              <a:tr h="4446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effectLst/>
                        </a:rPr>
                        <a:t>五月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mai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effectLst/>
                        </a:rPr>
                        <a:t>May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007701392"/>
                  </a:ext>
                </a:extLst>
              </a:tr>
              <a:tr h="4446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effectLst/>
                        </a:rPr>
                        <a:t>六月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juni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June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593691671"/>
                  </a:ext>
                </a:extLst>
              </a:tr>
              <a:tr h="4446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effectLst/>
                        </a:rPr>
                        <a:t>七月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juli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July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4292803295"/>
                  </a:ext>
                </a:extLst>
              </a:tr>
              <a:tr h="4446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effectLst/>
                        </a:rPr>
                        <a:t>八月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august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effectLst/>
                        </a:rPr>
                        <a:t>August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785841259"/>
                  </a:ext>
                </a:extLst>
              </a:tr>
              <a:tr h="4446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effectLst/>
                        </a:rPr>
                        <a:t>九月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september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September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260064861"/>
                  </a:ext>
                </a:extLst>
              </a:tr>
              <a:tr h="4446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effectLst/>
                        </a:rPr>
                        <a:t>十月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oktober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October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923555484"/>
                  </a:ext>
                </a:extLst>
              </a:tr>
              <a:tr h="4446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effectLst/>
                        </a:rPr>
                        <a:t>十一月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november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November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698169428"/>
                  </a:ext>
                </a:extLst>
              </a:tr>
              <a:tr h="4446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effectLst/>
                        </a:rPr>
                        <a:t>十二月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desember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effectLst/>
                        </a:rPr>
                        <a:t>December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493007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63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22971-3347-5A97-82C7-CB0ADC57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520D0-BB5B-9628-CE03-FD23CFC8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5D8E02F-B835-991F-8AA7-02C04EABACF0}"/>
              </a:ext>
            </a:extLst>
          </p:cNvPr>
          <p:cNvSpPr txBox="1">
            <a:spLocks/>
          </p:cNvSpPr>
          <p:nvPr/>
        </p:nvSpPr>
        <p:spPr>
          <a:xfrm>
            <a:off x="1146369" y="331828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zh-CN" altLang="en-US" dirty="0"/>
              <a:t>年份怎么读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9B12AF1-EB80-2C38-B2B1-B233F7FDA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542658"/>
              </p:ext>
            </p:extLst>
          </p:nvPr>
        </p:nvGraphicFramePr>
        <p:xfrm>
          <a:off x="2829562" y="1239563"/>
          <a:ext cx="7000239" cy="4378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406">
                  <a:extLst>
                    <a:ext uri="{9D8B030D-6E8A-4147-A177-3AD203B41FA5}">
                      <a16:colId xmlns:a16="http://schemas.microsoft.com/office/drawing/2014/main" val="1408124209"/>
                    </a:ext>
                  </a:extLst>
                </a:gridCol>
                <a:gridCol w="5496833">
                  <a:extLst>
                    <a:ext uri="{9D8B030D-6E8A-4147-A177-3AD203B41FA5}">
                      <a16:colId xmlns:a16="http://schemas.microsoft.com/office/drawing/2014/main" val="2907447045"/>
                    </a:ext>
                  </a:extLst>
                </a:gridCol>
              </a:tblGrid>
              <a:tr h="56781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年份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965381"/>
                  </a:ext>
                </a:extLst>
              </a:tr>
              <a:tr h="719500">
                <a:tc>
                  <a:txBody>
                    <a:bodyPr/>
                    <a:lstStyle/>
                    <a:p>
                      <a:pPr algn="ctr"/>
                      <a:r>
                        <a:rPr lang="nb-NO" altLang="zh-CN" sz="2400" dirty="0"/>
                        <a:t>19 85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altLang="zh-CN" sz="2400" dirty="0"/>
                        <a:t> nitten </a:t>
                      </a:r>
                      <a:r>
                        <a:rPr lang="nb-NO" altLang="zh-CN" sz="2400" dirty="0" err="1"/>
                        <a:t>åttife</a:t>
                      </a:r>
                      <a:r>
                        <a:rPr lang="en-US" altLang="zh-CN" sz="2400" dirty="0"/>
                        <a:t>m</a:t>
                      </a:r>
                      <a:endParaRPr lang="nb-NO" altLang="zh-C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650159"/>
                  </a:ext>
                </a:extLst>
              </a:tr>
              <a:tr h="7906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1999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400" dirty="0"/>
                        <a:t>nitten nittini</a:t>
                      </a:r>
                      <a:endParaRPr lang="nb-NO" altLang="zh-C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375570"/>
                  </a:ext>
                </a:extLst>
              </a:tr>
              <a:tr h="7906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2010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400" dirty="0"/>
                        <a:t>tjue ti (to tusen og ti</a:t>
                      </a:r>
                      <a:r>
                        <a:rPr lang="en-US" altLang="zh-CN" sz="2400" dirty="0"/>
                        <a:t>)</a:t>
                      </a:r>
                      <a:endParaRPr lang="nb-NO" altLang="zh-C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894537"/>
                  </a:ext>
                </a:extLst>
              </a:tr>
              <a:tr h="719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2017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400" dirty="0"/>
                        <a:t>tjue søtten (to tusen og søtten)</a:t>
                      </a:r>
                      <a:endParaRPr lang="nb-NO" altLang="zh-C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228703"/>
                  </a:ext>
                </a:extLst>
              </a:tr>
              <a:tr h="7906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2020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400" dirty="0"/>
                        <a:t>tjue tjue (to tusen og tjue)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68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68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92A5-064D-5DBF-802A-47E96A50B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C8A2D0-6899-8EFB-611B-2A38743C9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C631850-8830-CF88-8B8B-C0AE70762EBA}"/>
              </a:ext>
            </a:extLst>
          </p:cNvPr>
          <p:cNvSpPr txBox="1">
            <a:spLocks/>
          </p:cNvSpPr>
          <p:nvPr/>
        </p:nvSpPr>
        <p:spPr>
          <a:xfrm>
            <a:off x="1146369" y="331828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zh-CN" altLang="en-US" dirty="0"/>
              <a:t>练习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F9663CA-BFE3-C0B9-58F4-E48209D34E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409965"/>
              </p:ext>
            </p:extLst>
          </p:nvPr>
        </p:nvGraphicFramePr>
        <p:xfrm>
          <a:off x="2117636" y="1367246"/>
          <a:ext cx="7035073" cy="4389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87">
                  <a:extLst>
                    <a:ext uri="{9D8B030D-6E8A-4147-A177-3AD203B41FA5}">
                      <a16:colId xmlns:a16="http://schemas.microsoft.com/office/drawing/2014/main" val="1408124209"/>
                    </a:ext>
                  </a:extLst>
                </a:gridCol>
                <a:gridCol w="5524186">
                  <a:extLst>
                    <a:ext uri="{9D8B030D-6E8A-4147-A177-3AD203B41FA5}">
                      <a16:colId xmlns:a16="http://schemas.microsoft.com/office/drawing/2014/main" val="2907447045"/>
                    </a:ext>
                  </a:extLst>
                </a:gridCol>
              </a:tblGrid>
              <a:tr h="4820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年份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965381"/>
                  </a:ext>
                </a:extLst>
              </a:tr>
              <a:tr h="610879">
                <a:tc>
                  <a:txBody>
                    <a:bodyPr/>
                    <a:lstStyle/>
                    <a:p>
                      <a:pPr algn="ctr"/>
                      <a:r>
                        <a:rPr lang="nb-NO" altLang="zh-CN" sz="2400" dirty="0"/>
                        <a:t>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altLang="zh-CN" sz="2400" dirty="0"/>
                        <a:t>nitten nittiåtte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650159"/>
                  </a:ext>
                </a:extLst>
              </a:tr>
              <a:tr h="6713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2001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altLang="zh-CN" sz="2400" dirty="0"/>
                        <a:t>to tusen og 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375570"/>
                  </a:ext>
                </a:extLst>
              </a:tr>
              <a:tr h="6713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1875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altLang="zh-CN" sz="2400" dirty="0"/>
                        <a:t>atten syttifem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894537"/>
                  </a:ext>
                </a:extLst>
              </a:tr>
              <a:tr h="6108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2019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altLang="zh-CN" sz="2400" dirty="0"/>
                        <a:t>to tusen og nitten / </a:t>
                      </a:r>
                      <a:r>
                        <a:rPr lang="zh-CN" altLang="zh-CN" sz="2400" dirty="0"/>
                        <a:t>tjue</a:t>
                      </a:r>
                      <a:r>
                        <a:rPr lang="en-US" altLang="zh-CN" sz="2400" dirty="0"/>
                        <a:t> </a:t>
                      </a:r>
                      <a:r>
                        <a:rPr lang="nb-NO" altLang="zh-CN" sz="2400" dirty="0"/>
                        <a:t>nitten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228703"/>
                  </a:ext>
                </a:extLst>
              </a:tr>
              <a:tr h="6713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2026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altLang="zh-CN" sz="2400" dirty="0"/>
                        <a:t>to tusen og tjueseks / </a:t>
                      </a:r>
                      <a:r>
                        <a:rPr lang="zh-CN" altLang="zh-CN" sz="2400" dirty="0"/>
                        <a:t>tjue</a:t>
                      </a:r>
                      <a:r>
                        <a:rPr lang="en-US" altLang="zh-CN" sz="2400" dirty="0"/>
                        <a:t> </a:t>
                      </a:r>
                      <a:r>
                        <a:rPr lang="nb-NO" altLang="zh-CN" sz="2400" dirty="0"/>
                        <a:t>tjueseks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68510"/>
                  </a:ext>
                </a:extLst>
              </a:tr>
              <a:tr h="6713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1889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altLang="zh-CN" sz="2400" dirty="0"/>
                        <a:t>atten åttini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45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93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804FD-6F68-D47A-06E0-64A25DBB8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4B43CBC-5A48-5BCF-9AB5-3F4B09DE5E4F}"/>
              </a:ext>
            </a:extLst>
          </p:cNvPr>
          <p:cNvSpPr txBox="1"/>
          <p:nvPr/>
        </p:nvSpPr>
        <p:spPr>
          <a:xfrm>
            <a:off x="1079862" y="2181562"/>
            <a:ext cx="956201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Når har du bursdag?</a:t>
            </a:r>
          </a:p>
          <a:p>
            <a:pPr algn="ctr"/>
            <a:r>
              <a:rPr lang="nb-NO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- Jeg har bursdag 5. </a:t>
            </a:r>
            <a:r>
              <a:rPr lang="en-US" altLang="zh-CN" sz="6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juni</a:t>
            </a:r>
            <a:r>
              <a:rPr lang="nb-NO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</a:t>
            </a:r>
            <a:endParaRPr lang="en-US" altLang="zh-CN" sz="66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1EE2E0D-D19A-7BED-28A3-018DE4FA7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131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90031-B959-ECCF-C112-DE49FCCCC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FCD13A2-C0F7-360C-E704-E81508B7404C}"/>
              </a:ext>
            </a:extLst>
          </p:cNvPr>
          <p:cNvSpPr txBox="1"/>
          <p:nvPr/>
        </p:nvSpPr>
        <p:spPr>
          <a:xfrm>
            <a:off x="731519" y="2042225"/>
            <a:ext cx="103457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6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Hva er fødselsdatoen din?</a:t>
            </a:r>
          </a:p>
          <a:p>
            <a:pPr algn="ctr"/>
            <a:r>
              <a:rPr lang="en-US" altLang="zh-CN" sz="6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- </a:t>
            </a:r>
            <a:r>
              <a:rPr lang="en-US" altLang="zh-CN" sz="6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Fødselsdatoen</a:t>
            </a:r>
            <a:r>
              <a:rPr lang="en-US" altLang="zh-CN" sz="6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min er 5. </a:t>
            </a:r>
            <a:r>
              <a:rPr lang="en-US" altLang="zh-CN" sz="6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juni</a:t>
            </a:r>
            <a:r>
              <a:rPr lang="en-US" altLang="zh-CN" sz="6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7D1006-A339-C297-D8CA-376A7363D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561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BB8CF-9223-EDCF-FDB4-B23BFA39E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ACE69B7-52C5-DA61-0478-2D5BD4A4B4DA}"/>
              </a:ext>
            </a:extLst>
          </p:cNvPr>
          <p:cNvSpPr txBox="1"/>
          <p:nvPr/>
        </p:nvSpPr>
        <p:spPr>
          <a:xfrm>
            <a:off x="1854925" y="2419070"/>
            <a:ext cx="88653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føde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v.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生，分娩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D18B3C2-1CB9-1745-B985-88D0EA08D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959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666E-5C29-EA4D-51A6-DC46D165B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640FB99-EAC5-AB8A-3E06-4C091F272D6F}"/>
              </a:ext>
            </a:extLst>
          </p:cNvPr>
          <p:cNvSpPr txBox="1"/>
          <p:nvPr/>
        </p:nvSpPr>
        <p:spPr>
          <a:xfrm>
            <a:off x="1123406" y="2358110"/>
            <a:ext cx="9901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fødsel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 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n.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出生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065E21-DF93-A8DE-225C-8B79BB434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235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A7A18-20FA-C9BB-9D7E-F62AE6A6E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C00F255-DAC2-C7BB-8EF3-15F5BE68422C}"/>
              </a:ext>
            </a:extLst>
          </p:cNvPr>
          <p:cNvSpPr txBox="1"/>
          <p:nvPr/>
        </p:nvSpPr>
        <p:spPr>
          <a:xfrm>
            <a:off x="1123406" y="2358110"/>
            <a:ext cx="9901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dato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n.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日期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9BE9C74-10DF-597E-5B44-DCB0193D6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258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E7D2D-4B78-75F4-2B70-26E1357E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632DCE-2C9D-B02C-02BB-B6B27EE0395F}"/>
              </a:ext>
            </a:extLst>
          </p:cNvPr>
          <p:cNvSpPr txBox="1"/>
          <p:nvPr/>
        </p:nvSpPr>
        <p:spPr>
          <a:xfrm>
            <a:off x="1611085" y="2180940"/>
            <a:ext cx="87346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Gratulerer</a:t>
            </a:r>
            <a:r>
              <a:rPr lang="en-US" altLang="zh-CN" sz="6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med </a:t>
            </a:r>
            <a:r>
              <a:rPr lang="en-US" altLang="zh-CN" sz="6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dagen</a:t>
            </a:r>
            <a:r>
              <a:rPr lang="en-US" altLang="zh-CN" sz="6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!</a:t>
            </a:r>
          </a:p>
          <a:p>
            <a:pPr algn="ctr"/>
            <a:r>
              <a:rPr lang="zh-CN" altLang="en-US" sz="6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生日快乐！</a:t>
            </a:r>
            <a:endParaRPr lang="en-US" altLang="zh-CN" sz="6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E935D3-6809-78BF-17E3-2FBEEE9F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519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D9A2E-B65F-767D-4770-040B71670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0EF54D9-6C0D-5D8B-64E8-8036B3FA9BB3}"/>
              </a:ext>
            </a:extLst>
          </p:cNvPr>
          <p:cNvSpPr txBox="1"/>
          <p:nvPr/>
        </p:nvSpPr>
        <p:spPr>
          <a:xfrm>
            <a:off x="165463" y="1366654"/>
            <a:ext cx="6096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Hurra for deg som fyller ditt år!</a:t>
            </a:r>
          </a:p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Ja, deg vil vi gratulere!</a:t>
            </a:r>
          </a:p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Alle i ring omkring deg vi står,</a:t>
            </a:r>
          </a:p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og se, nå vil vi marsjere,</a:t>
            </a:r>
          </a:p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bukke, nikke, neie, snu oss omkring,</a:t>
            </a:r>
          </a:p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danse for deg med hopp og sprett og spring,</a:t>
            </a:r>
          </a:p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ønske deg av hjertet alle gode ting!</a:t>
            </a:r>
          </a:p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Og si meg så, hva vil du mere?</a:t>
            </a:r>
          </a:p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Gratulere!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1F3157-7A34-7467-EF1A-19DACB518F24}"/>
              </a:ext>
            </a:extLst>
          </p:cNvPr>
          <p:cNvSpPr txBox="1"/>
          <p:nvPr/>
        </p:nvSpPr>
        <p:spPr>
          <a:xfrm>
            <a:off x="6261463" y="1366654"/>
            <a:ext cx="56605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Hurray for you for celebrating your birthday!</a:t>
            </a:r>
          </a:p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Yes, we congratulate you!</a:t>
            </a:r>
          </a:p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We all stand around you in a ring,</a:t>
            </a:r>
          </a:p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And look, now we’ll march,</a:t>
            </a:r>
          </a:p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Bow, nod, curtsy, we turn around,</a:t>
            </a:r>
          </a:p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Dance for you and hop and skip and jump!</a:t>
            </a:r>
          </a:p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Wishing you from the heart all good things!</a:t>
            </a:r>
          </a:p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And tell me, what more could you want?</a:t>
            </a:r>
          </a:p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Congratulations!</a:t>
            </a:r>
            <a:endParaRPr lang="nb-NO" altLang="zh-CN" sz="2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064687D-4CB7-D58D-3FBD-D92CDE47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387" y="401497"/>
            <a:ext cx="5933536" cy="549275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挪威语生日歌 </a:t>
            </a:r>
            <a:r>
              <a:rPr lang="nb-NO" altLang="zh-CN" dirty="0"/>
              <a:t>Hurra for deg - </a:t>
            </a:r>
            <a:r>
              <a:rPr lang="en-US" altLang="zh-CN" dirty="0"/>
              <a:t>V1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4855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00541-B50E-2CB3-AB55-73B519662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A18ADFA-C067-2060-3F25-99541BADC773}"/>
              </a:ext>
            </a:extLst>
          </p:cNvPr>
          <p:cNvSpPr txBox="1"/>
          <p:nvPr/>
        </p:nvSpPr>
        <p:spPr>
          <a:xfrm>
            <a:off x="322218" y="1617194"/>
            <a:ext cx="56431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Høyt våre flagg vi svinger. Hurra!</a:t>
            </a:r>
          </a:p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Ja, nå vil vi riktig feste!</a:t>
            </a:r>
          </a:p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Dagen er din, og dagen er bra,</a:t>
            </a:r>
          </a:p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men du er den aller beste!</a:t>
            </a:r>
          </a:p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Se deg om i ringen, hvem du vil ta!</a:t>
            </a:r>
          </a:p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Dans en liten dans med den du helst vil ha!</a:t>
            </a:r>
          </a:p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Vi vil alle sammen svinge oss så glad:</a:t>
            </a:r>
          </a:p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En av oss skal bli den neste!</a:t>
            </a:r>
          </a:p>
          <a:p>
            <a:pPr algn="ctr"/>
            <a:r>
              <a:rPr lang="nb-NO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Til å feste!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B2C99E-6D29-79B7-C781-185503B2147F}"/>
              </a:ext>
            </a:extLst>
          </p:cNvPr>
          <p:cNvSpPr txBox="1"/>
          <p:nvPr/>
        </p:nvSpPr>
        <p:spPr>
          <a:xfrm>
            <a:off x="6096000" y="1597177"/>
            <a:ext cx="56431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We wave our flags up high! Hurray!</a:t>
            </a:r>
          </a:p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Yes, now we’ll really celebrate!</a:t>
            </a:r>
          </a:p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The day is yours, the day is great,</a:t>
            </a:r>
          </a:p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But you’re the best!</a:t>
            </a:r>
          </a:p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Look in the ring who you want to choose!</a:t>
            </a:r>
          </a:p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Dance a little dance with who you want to!</a:t>
            </a:r>
          </a:p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We’ll all turn around together so joyfully,</a:t>
            </a:r>
          </a:p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And one of us shall be the next!</a:t>
            </a:r>
          </a:p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To celebrate!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AE8894A-EF35-D44F-84A6-F3D8CE600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387" y="401497"/>
            <a:ext cx="5933536" cy="549275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挪威语生日歌  </a:t>
            </a:r>
            <a:r>
              <a:rPr lang="nb-NO" altLang="zh-CN" dirty="0"/>
              <a:t>Hurra for deg - V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092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4A58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4218c44-5dd4-423a-a20d-1aaad86ca3f6">
      <a:majorFont>
        <a:latin typeface="思源黑体 CN" panose="020F0302020204030204"/>
        <a:ea typeface="Verdana"/>
        <a:cs typeface=""/>
      </a:majorFont>
      <a:minorFont>
        <a:latin typeface="思源黑体 CN" panose="020F0502020204030204"/>
        <a:ea typeface="Verdan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94A585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94A585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2429</TotalTime>
  <Words>1007</Words>
  <Application>Microsoft Office PowerPoint</Application>
  <PresentationFormat>宽屏</PresentationFormat>
  <Paragraphs>262</Paragraphs>
  <Slides>52</Slides>
  <Notes>49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8" baseType="lpstr">
      <vt:lpstr>思源宋体 CN Heavy</vt:lpstr>
      <vt:lpstr>思源黑体 CN</vt:lpstr>
      <vt:lpstr>等线</vt:lpstr>
      <vt:lpstr>Arial</vt:lpstr>
      <vt:lpstr>Verdana</vt:lpstr>
      <vt:lpstr>Office 主题​​</vt:lpstr>
      <vt:lpstr>PowerPoint 演示文稿</vt:lpstr>
      <vt:lpstr>PowerPoint 演示文稿</vt:lpstr>
      <vt:lpstr>PowerPoint 演示文稿</vt:lpstr>
      <vt:lpstr> </vt:lpstr>
      <vt:lpstr> </vt:lpstr>
      <vt:lpstr> 再见的表达方式</vt:lpstr>
      <vt:lpstr> 谢谢的表达方式</vt:lpstr>
      <vt:lpstr>PowerPoint 演示文稿</vt:lpstr>
      <vt:lpstr> </vt:lpstr>
      <vt:lpstr>PowerPoint 演示文稿</vt:lpstr>
      <vt:lpstr> </vt:lpstr>
      <vt:lpstr>PowerPoint 演示文稿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挪威语生日歌 Hurra for deg - V1</vt:lpstr>
      <vt:lpstr> 挪威语生日歌  Hurra for deg - V2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revision>159</cp:revision>
</cp:coreProperties>
</file>