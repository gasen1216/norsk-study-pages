
<file path=[Content_Types].xml><?xml version="1.0" encoding="utf-8"?>
<Types xmlns="http://schemas.openxmlformats.org/package/2006/content-types"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84" r:id="rId2"/>
    <p:sldId id="286" r:id="rId3"/>
    <p:sldId id="492" r:id="rId4"/>
    <p:sldId id="606" r:id="rId5"/>
    <p:sldId id="607" r:id="rId6"/>
    <p:sldId id="665" r:id="rId7"/>
    <p:sldId id="689" r:id="rId8"/>
    <p:sldId id="667" r:id="rId9"/>
    <p:sldId id="668" r:id="rId10"/>
    <p:sldId id="610" r:id="rId11"/>
    <p:sldId id="627" r:id="rId12"/>
    <p:sldId id="612" r:id="rId13"/>
    <p:sldId id="613" r:id="rId14"/>
    <p:sldId id="614" r:id="rId15"/>
    <p:sldId id="615" r:id="rId16"/>
    <p:sldId id="676" r:id="rId17"/>
    <p:sldId id="677" r:id="rId18"/>
    <p:sldId id="611" r:id="rId19"/>
    <p:sldId id="608" r:id="rId20"/>
    <p:sldId id="661" r:id="rId21"/>
    <p:sldId id="693" r:id="rId22"/>
    <p:sldId id="690" r:id="rId23"/>
    <p:sldId id="691" r:id="rId24"/>
    <p:sldId id="692" r:id="rId25"/>
    <p:sldId id="694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93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09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Animation="0" useTimings="0">
    <p:present/>
    <p:sldRg st="1" end="66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7646"/>
    <a:srgbClr val="94A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40" autoAdjust="0"/>
    <p:restoredTop sz="94660"/>
  </p:normalViewPr>
  <p:slideViewPr>
    <p:cSldViewPr snapToGrid="0" showGuides="1">
      <p:cViewPr varScale="1">
        <p:scale>
          <a:sx n="88" d="100"/>
          <a:sy n="88" d="100"/>
        </p:scale>
        <p:origin x="210" y="57"/>
      </p:cViewPr>
      <p:guideLst>
        <p:guide pos="393"/>
        <p:guide pos="7256"/>
        <p:guide orient="horz" pos="648"/>
        <p:guide orient="horz" pos="709"/>
        <p:guide orient="horz" pos="3928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125BFA-9804-4093-88E2-8B632930CFDC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ECF4FD-A07C-4D73-8CA3-57646D4BEA5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0400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B56A9C-AAED-C5EA-2179-618F387BF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6C9D731-5CBE-5929-1BE3-8B7FB3885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BDD19C2-F9D0-8419-C88C-405E1A0BB5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3175C98-DA20-85B1-6BAF-8B065E3062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1572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2E218C-8422-50B3-0E7B-0BCA18232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2FE41D9-B58E-8097-6510-C90D469359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3EB70764-169E-2591-E9E2-A0860C6991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D92140B-FCA2-714D-7B9C-19CC650E44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92985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D970D-2BDB-803A-9568-D1001E121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6BB119-2814-B5E4-7758-978146D99B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2AD986B-8516-E406-A831-4364C4829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0A83FC-6D83-9363-4345-C51A18C9DF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137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15435-9A85-8E6E-57D6-BA3670E72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1BD2EFA-5979-B527-44D7-988BCF7840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5724157-34FA-F6E1-3803-2DAC70361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C35C02-472F-FFC2-73AB-E3ED87CBD4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66033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147226-EDBC-FECB-B945-4F591DF56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7470E86-6C95-6D9F-10F3-D7F4562049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BFADA96-09E6-3306-B2F0-38D16D83D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667D93-3FC4-A8D4-E20C-05CA914788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81240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D57655-11FB-22F5-B008-0A8A93366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BD4551-C630-C287-996C-B2141E34C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0AC985E-D9AE-506E-5BAD-C06CFBB1DA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2EFB842-CBF1-F8D2-9C71-B8DAD52D4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5154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EB925-00A4-3E14-8C54-3C8848F9EE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AF0282F-5763-BA8E-AD87-52F60FA205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114EBDE-6987-BD4D-3D07-3B5A4E0BA7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A4D259-9041-E9EF-D98B-FA0302E98B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097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6FA11-67C2-09AC-718A-CDCFAAEE6C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DB523C4-21C0-84F3-5D0E-BDD5A34DB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1495BDB-5781-A9C5-3E0F-A3C88A3CB0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523707-8468-2FBD-1037-02D971BB6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389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3693B-F3E4-C3D9-0140-24F929423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98D1091-8539-03F7-9486-35393D3D6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DFCC6D1-BB20-D9B4-FA12-4986884472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6CD0BA3-014A-3C19-A630-DA0DED32F0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92093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0F491-B605-5D67-6BD8-82F5E46ED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DBF57EE-D7B0-8C0E-5EF7-B0DCDD58F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5C572C-9334-58B2-C9EB-497F7D128E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9334CA-0C48-410F-129D-8F122D1D1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32381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C9290-5EA7-F6EC-7F2E-4C0635D61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AE577A-60DA-0F23-5155-2185796C97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F564622-8AEF-E3A4-02A9-EEE3C6EE9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5FC5C8E-5F49-3657-5E15-26B1BED09B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74208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4A683-4350-7C22-21E0-D37C106CF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C445B963-5F34-664B-74D9-906C14D8EE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CB3D994-06DE-7E88-5EE3-1DF39B1D7C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8BA76AE-E131-C1D2-0F6B-79299A2417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24795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15CB2A-7E5D-DF79-1684-3B547C936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13BB3E6-6AE6-A96A-51B8-1B0C25E3A9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081309-FECD-12DD-6969-0C3CC31C31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2E445C-F8DC-F2E0-A40A-A7DD661CC0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363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34BA34-2384-3FD8-FD36-2F6C20A6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4304412-87C2-73CF-8E0F-02BF634EDC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78640EE-F16C-B2F8-E2F5-0989E997DF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7FA69A9-0BE5-37D6-3567-BFFC5AE257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825927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CA009-9E4C-8961-7B99-C95282AD0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3C3C5E9-7319-508A-7EB2-14334AE8A1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6E5B0F7-B304-CCD6-CDE4-425BCB63F4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0760093-8C52-1897-0194-87A2E8A22F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698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B32FE9-2ABF-3113-0431-960C132E2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A3BE7BA-828F-DD0D-3457-B21F2701B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8617BDE-D609-91AB-4D47-523B629CB8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91B96C2-F8FB-7553-02A1-0EA1E78F93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7624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99673-378A-233E-49EE-311711455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4EDD89-23F9-3B52-A777-76C7F25C21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7FDADFF-90D0-D687-126B-94C0EC1346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B02E9A6-119A-E099-10B4-63D5C1932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0393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04E03-B324-008D-B9C6-848511241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31BB413-815D-DFCF-A5BD-7B7901544E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7FAEBBE-FB58-8852-F782-D27AA27D88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1C14A13-79ED-94C2-3B57-5FFA3925D5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150952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72CBC-B19C-0897-D9D4-DF10096C5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693E2F-2C08-5E04-4BE1-643C85EEF6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95FFF81-0D91-51B4-27FF-4C32DF985A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80B5EA-B7D8-ED15-9571-EEBE6AB466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098438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077DE-CC5B-A8DF-79C5-17861D6BF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64C6485-F38A-09D4-7E08-EDCFD680B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EB1AC4-987B-13B8-29D3-F2B041D613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B9EBDB-ED4A-300E-CCE1-D1C015B6A1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31384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C51FE1-4DA2-FA39-2B74-5956043D4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71B36EA-FD48-E98B-136E-412F1DA56E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8A39BC16-9BA4-4457-8958-0996B478E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297F0F7-E449-8CD0-7DD2-1E43469C16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0949103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B1FC6-A8C2-0B9F-4798-1A25E1C86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859EEB7-230E-B160-002E-CE7A5621E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17E8A86-F835-4B2D-8DEB-56E68C1CB9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FA3B3E4-A9B5-787E-E13B-1947D9F95AA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20B62-A9CF-4B13-8A2A-35FD1303882D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6399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78DD6B-46E5-46A0-8748-F271F6A9D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3420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78DD6B-46E5-46A0-8748-F271F6A9D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08B856-603C-4B47-9159-C9A7E23A38EC}"/>
              </a:ext>
            </a:extLst>
          </p:cNvPr>
          <p:cNvSpPr/>
          <p:nvPr userDrawn="1"/>
        </p:nvSpPr>
        <p:spPr>
          <a:xfrm>
            <a:off x="176270" y="99152"/>
            <a:ext cx="11839460" cy="66596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A3FAD3-13F2-4CD1-9283-D29261CFDA2E}"/>
              </a:ext>
            </a:extLst>
          </p:cNvPr>
          <p:cNvSpPr txBox="1"/>
          <p:nvPr userDrawn="1"/>
        </p:nvSpPr>
        <p:spPr>
          <a:xfrm>
            <a:off x="1141904" y="280715"/>
            <a:ext cx="949404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1" i="0" u="none" strike="noStrike" cap="none" spc="0" normalizeH="0" baseline="0">
                <a:ln>
                  <a:noFill/>
                </a:ln>
                <a:gradFill flip="none" rotWithShape="1">
                  <a:gsLst>
                    <a:gs pos="51000">
                      <a:schemeClr val="tx1">
                        <a:lumMod val="85000"/>
                        <a:lumOff val="15000"/>
                      </a:schemeClr>
                    </a:gs>
                    <a:gs pos="51000">
                      <a:srgbClr val="000000">
                        <a:lumMod val="75000"/>
                        <a:lumOff val="25000"/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</a:defRPr>
            </a:lvl1pPr>
          </a:lstStyle>
          <a:p>
            <a:pPr algn="l"/>
            <a:r>
              <a:rPr lang="zh-CN" altLang="en-US" sz="3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作者简介</a:t>
            </a:r>
          </a:p>
        </p:txBody>
      </p:sp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FE9F7F45-7325-4317-BFE1-D1ADDDD8772F}"/>
              </a:ext>
            </a:extLst>
          </p:cNvPr>
          <p:cNvSpPr/>
          <p:nvPr userDrawn="1"/>
        </p:nvSpPr>
        <p:spPr>
          <a:xfrm rot="5400000">
            <a:off x="330069" y="232369"/>
            <a:ext cx="435426" cy="7430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4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7435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78DD6B-46E5-46A0-8748-F271F6A9D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08B856-603C-4B47-9159-C9A7E23A38EC}"/>
              </a:ext>
            </a:extLst>
          </p:cNvPr>
          <p:cNvSpPr/>
          <p:nvPr userDrawn="1"/>
        </p:nvSpPr>
        <p:spPr>
          <a:xfrm>
            <a:off x="176270" y="99152"/>
            <a:ext cx="11839460" cy="66596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A3FAD3-13F2-4CD1-9283-D29261CFDA2E}"/>
              </a:ext>
            </a:extLst>
          </p:cNvPr>
          <p:cNvSpPr txBox="1"/>
          <p:nvPr userDrawn="1"/>
        </p:nvSpPr>
        <p:spPr>
          <a:xfrm>
            <a:off x="1141904" y="280715"/>
            <a:ext cx="949404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1" i="0" u="none" strike="noStrike" cap="none" spc="0" normalizeH="0" baseline="0">
                <a:ln>
                  <a:noFill/>
                </a:ln>
                <a:gradFill flip="none" rotWithShape="1">
                  <a:gsLst>
                    <a:gs pos="51000">
                      <a:schemeClr val="tx1">
                        <a:lumMod val="85000"/>
                        <a:lumOff val="15000"/>
                      </a:schemeClr>
                    </a:gs>
                    <a:gs pos="51000">
                      <a:srgbClr val="000000">
                        <a:lumMod val="75000"/>
                        <a:lumOff val="25000"/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</a:defRPr>
            </a:lvl1pPr>
          </a:lstStyle>
          <a:p>
            <a:pPr algn="l"/>
            <a:r>
              <a:rPr lang="zh-CN" altLang="en-US" sz="3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内容简介</a:t>
            </a:r>
          </a:p>
        </p:txBody>
      </p:sp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FE9F7F45-7325-4317-BFE1-D1ADDDD8772F}"/>
              </a:ext>
            </a:extLst>
          </p:cNvPr>
          <p:cNvSpPr/>
          <p:nvPr userDrawn="1"/>
        </p:nvSpPr>
        <p:spPr>
          <a:xfrm rot="5400000">
            <a:off x="330069" y="232369"/>
            <a:ext cx="435426" cy="7430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4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1893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1978DD6B-46E5-46A0-8748-F271F6A9D8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B08B856-603C-4B47-9159-C9A7E23A38EC}"/>
              </a:ext>
            </a:extLst>
          </p:cNvPr>
          <p:cNvSpPr/>
          <p:nvPr userDrawn="1"/>
        </p:nvSpPr>
        <p:spPr>
          <a:xfrm>
            <a:off x="176270" y="99152"/>
            <a:ext cx="11839460" cy="66596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8A3FAD3-13F2-4CD1-9283-D29261CFDA2E}"/>
              </a:ext>
            </a:extLst>
          </p:cNvPr>
          <p:cNvSpPr txBox="1"/>
          <p:nvPr userDrawn="1"/>
        </p:nvSpPr>
        <p:spPr>
          <a:xfrm>
            <a:off x="1141904" y="280715"/>
            <a:ext cx="9494047" cy="646331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8000" b="1" i="0" u="none" strike="noStrike" cap="none" spc="0" normalizeH="0" baseline="0">
                <a:ln>
                  <a:noFill/>
                </a:ln>
                <a:gradFill flip="none" rotWithShape="1">
                  <a:gsLst>
                    <a:gs pos="51000">
                      <a:schemeClr val="tx1">
                        <a:lumMod val="85000"/>
                        <a:lumOff val="15000"/>
                      </a:schemeClr>
                    </a:gs>
                    <a:gs pos="51000">
                      <a:srgbClr val="000000">
                        <a:lumMod val="75000"/>
                        <a:lumOff val="25000"/>
                        <a:shade val="100000"/>
                        <a:satMod val="115000"/>
                      </a:srgbClr>
                    </a:gs>
                  </a:gsLst>
                  <a:lin ang="13500000" scaled="1"/>
                  <a:tileRect/>
                </a:gra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</a:defRPr>
            </a:lvl1pPr>
          </a:lstStyle>
          <a:p>
            <a:pPr algn="l"/>
            <a:r>
              <a:rPr lang="zh-CN" altLang="en-US" sz="3600" b="0" dirty="0">
                <a:solidFill>
                  <a:schemeClr val="tx1">
                    <a:lumMod val="65000"/>
                    <a:lumOff val="35000"/>
                  </a:scheme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sym typeface="+mn-lt"/>
              </a:rPr>
              <a:t>精彩分享</a:t>
            </a:r>
          </a:p>
        </p:txBody>
      </p:sp>
      <p:sp>
        <p:nvSpPr>
          <p:cNvPr id="5" name="矩形: 圆顶角 4">
            <a:extLst>
              <a:ext uri="{FF2B5EF4-FFF2-40B4-BE49-F238E27FC236}">
                <a16:creationId xmlns:a16="http://schemas.microsoft.com/office/drawing/2014/main" id="{FE9F7F45-7325-4317-BFE1-D1ADDDD8772F}"/>
              </a:ext>
            </a:extLst>
          </p:cNvPr>
          <p:cNvSpPr/>
          <p:nvPr userDrawn="1"/>
        </p:nvSpPr>
        <p:spPr>
          <a:xfrm rot="5400000">
            <a:off x="330069" y="232369"/>
            <a:ext cx="435426" cy="7430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4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8610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>
            <a:extLst>
              <a:ext uri="{FF2B5EF4-FFF2-40B4-BE49-F238E27FC236}">
                <a16:creationId xmlns:a16="http://schemas.microsoft.com/office/drawing/2014/main" id="{4F7677AC-35B2-4031-8BFC-069432CE8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466" t="7864" r="6102" b="4704"/>
          <a:stretch/>
        </p:blipFill>
        <p:spPr>
          <a:xfrm>
            <a:off x="0" y="0"/>
            <a:ext cx="12192000" cy="685800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846EDD1A-F999-47FE-AB89-A950BF78679E}"/>
              </a:ext>
            </a:extLst>
          </p:cNvPr>
          <p:cNvSpPr/>
          <p:nvPr userDrawn="1"/>
        </p:nvSpPr>
        <p:spPr>
          <a:xfrm>
            <a:off x="176270" y="99152"/>
            <a:ext cx="11839460" cy="6659696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顶角 12">
            <a:extLst>
              <a:ext uri="{FF2B5EF4-FFF2-40B4-BE49-F238E27FC236}">
                <a16:creationId xmlns:a16="http://schemas.microsoft.com/office/drawing/2014/main" id="{10441D44-3BDA-46B5-A7EA-273A2FA2F73A}"/>
              </a:ext>
            </a:extLst>
          </p:cNvPr>
          <p:cNvSpPr/>
          <p:nvPr userDrawn="1"/>
        </p:nvSpPr>
        <p:spPr>
          <a:xfrm rot="5400000">
            <a:off x="330069" y="232369"/>
            <a:ext cx="435426" cy="743026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94A58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E4FE133-F81F-0514-8CF1-F56EF9108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1387" y="401497"/>
            <a:ext cx="5933536" cy="549275"/>
          </a:xfrm>
        </p:spPr>
        <p:txBody>
          <a:bodyPr>
            <a:normAutofit/>
          </a:bodyPr>
          <a:lstStyle>
            <a:lvl1pPr>
              <a:defRPr sz="2800" b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7643151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213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1BEAFD8E-685F-40BD-B2A9-34CECD370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19172F3-7A92-46E8-888E-0F0767758E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ACF382-3128-491C-A07F-F25DE83C1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D6B94-8ACF-4077-8696-3DD92418CED2}" type="datetimeFigureOut">
              <a:rPr lang="zh-CN" altLang="en-US" smtClean="0"/>
              <a:t>2026/10/20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D3485A7-3C95-43C6-ACB0-7F49417AD1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17D102-9642-4449-83F9-D2D058B97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D4F94-E846-4316-A9F3-ADEB04DF028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0085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4" r:id="rId2"/>
    <p:sldLayoutId id="2147483665" r:id="rId3"/>
    <p:sldLayoutId id="2147483666" r:id="rId4"/>
    <p:sldLayoutId id="214748366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media1.mp3"/><Relationship Id="rId2" Type="http://schemas.microsoft.com/office/2007/relationships/media" Target="../media/media1.mp3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图形">
            <a:extLst>
              <a:ext uri="{FF2B5EF4-FFF2-40B4-BE49-F238E27FC236}">
                <a16:creationId xmlns:a16="http://schemas.microsoft.com/office/drawing/2014/main" id="{8D26B845-B235-498A-8B25-F43982FB3EE1}"/>
              </a:ext>
            </a:extLst>
          </p:cNvPr>
          <p:cNvSpPr txBox="1"/>
          <p:nvPr/>
        </p:nvSpPr>
        <p:spPr>
          <a:xfrm>
            <a:off x="1257300" y="2299396"/>
            <a:ext cx="10115550" cy="1268458"/>
          </a:xfrm>
          <a:prstGeom prst="rect">
            <a:avLst/>
          </a:prstGeom>
          <a:noFill/>
          <a:effectLst/>
        </p:spPr>
        <p:txBody>
          <a:bodyPr wrap="square" lIns="104680" tIns="52341" rIns="104680" bIns="52341" rtlCol="0">
            <a:spAutoFit/>
          </a:bodyPr>
          <a:lstStyle/>
          <a:p>
            <a:pPr lvl="0" algn="ctr">
              <a:defRPr/>
            </a:pPr>
            <a:r>
              <a:rPr lang="en-US" altLang="zh-CN" sz="7556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《God </a:t>
            </a:r>
            <a:r>
              <a:rPr lang="en-US" altLang="zh-CN" sz="7556" dirty="0" err="1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i</a:t>
            </a:r>
            <a:r>
              <a:rPr lang="en-US" altLang="zh-CN" sz="7556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 </a:t>
            </a:r>
            <a:r>
              <a:rPr lang="en-US" altLang="zh-CN" sz="7556" dirty="0" err="1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norsk</a:t>
            </a:r>
            <a:r>
              <a:rPr lang="en-US" altLang="zh-CN" sz="7556" dirty="0">
                <a:solidFill>
                  <a:prstClr val="black">
                    <a:lumMod val="65000"/>
                    <a:lumOff val="35000"/>
                  </a:prstClr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 A1/A2</a:t>
            </a:r>
            <a:r>
              <a:rPr kumimoji="0" lang="en-US" altLang="zh-CN" sz="7556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思源宋体 CN Heavy" panose="02020900000000000000" pitchFamily="18" charset="-122"/>
                <a:ea typeface="思源宋体 CN Heavy" panose="02020900000000000000" pitchFamily="18" charset="-122"/>
                <a:cs typeface="阿里巴巴普惠体" panose="00020600040101010101" charset="-122"/>
              </a:rPr>
              <a:t>》</a:t>
            </a:r>
            <a:endParaRPr kumimoji="0" lang="zh-CN" altLang="en-US" sz="7556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思源宋体 CN Heavy" panose="02020900000000000000" pitchFamily="18" charset="-122"/>
              <a:ea typeface="思源宋体 CN Heavy" panose="02020900000000000000" pitchFamily="18" charset="-122"/>
              <a:cs typeface="阿里巴巴普惠体" panose="00020600040101010101" charset="-122"/>
            </a:endParaRPr>
          </a:p>
        </p:txBody>
      </p:sp>
      <p:pic>
        <p:nvPicPr>
          <p:cNvPr id="27" name="其他元素4">
            <a:hlinkClick r:id="" action="ppaction://media"/>
            <a:extLst>
              <a:ext uri="{FF2B5EF4-FFF2-40B4-BE49-F238E27FC236}">
                <a16:creationId xmlns:a16="http://schemas.microsoft.com/office/drawing/2014/main" id="{0381DCD6-3097-4F34-8422-AAF300CCCB68}"/>
              </a:ext>
            </a:extLst>
          </p:cNvPr>
          <p:cNvPicPr>
            <a:picLocks noChangeAspect="1"/>
          </p:cNvPicPr>
          <p:nvPr>
            <a:audi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49231" y="-784225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48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/>
    </mc:Choice>
    <mc:Fallback xmlns="">
      <p:transition spd="slow" advTm="3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>
                <p:cTn id="7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7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B4CD78B-B5E5-4F12-A01A-7B9FBB451293}"/>
              </a:ext>
            </a:extLst>
          </p:cNvPr>
          <p:cNvSpPr txBox="1"/>
          <p:nvPr/>
        </p:nvSpPr>
        <p:spPr>
          <a:xfrm>
            <a:off x="4237342" y="1614221"/>
            <a:ext cx="370461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Chapter 1</a:t>
            </a:r>
            <a:endParaRPr lang="zh-CN" altLang="en-US" sz="4400" spc="300" dirty="0">
              <a:solidFill>
                <a:srgbClr val="94A585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C71CC13-FA60-4614-BDB3-42076670C2A2}"/>
              </a:ext>
            </a:extLst>
          </p:cNvPr>
          <p:cNvSpPr txBox="1"/>
          <p:nvPr/>
        </p:nvSpPr>
        <p:spPr>
          <a:xfrm>
            <a:off x="2216228" y="2532743"/>
            <a:ext cx="92414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9600" dirty="0"/>
              <a:t>Hvordan går det?</a:t>
            </a:r>
            <a:endParaRPr lang="zh-CN" altLang="en-US" sz="9600" spc="300" dirty="0">
              <a:solidFill>
                <a:schemeClr val="tx1">
                  <a:lumMod val="65000"/>
                  <a:lumOff val="35000"/>
                </a:schemeClr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837704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fade thruBlk="1"/>
      </p:transition>
    </mc:Choice>
    <mc:Fallback xmlns="">
      <p:transition spd="slow" advTm="3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9053E8-2476-22AA-360E-443611E01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83E1E7B0-9780-8100-64F6-07735D8F33DC}"/>
              </a:ext>
            </a:extLst>
          </p:cNvPr>
          <p:cNvSpPr txBox="1"/>
          <p:nvPr/>
        </p:nvSpPr>
        <p:spPr>
          <a:xfrm>
            <a:off x="1661985" y="2825429"/>
            <a:ext cx="95509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2.2 Jeg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kom</a:t>
            </a:r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til</a:t>
            </a:r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 Norge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i</a:t>
            </a:r>
            <a:r>
              <a:rPr lang="en-US" altLang="zh-CN" sz="4400" b="1" spc="300" dirty="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 </a:t>
            </a:r>
            <a:r>
              <a:rPr lang="en-US" altLang="zh-CN" sz="4400" b="1" spc="300" dirty="0" err="1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n-ea"/>
                <a:sym typeface="+mn-lt"/>
              </a:rPr>
              <a:t>mai</a:t>
            </a:r>
            <a:endParaRPr lang="zh-CN" altLang="en-US" sz="4400" b="1" spc="300" dirty="0">
              <a:solidFill>
                <a:srgbClr val="94A585"/>
              </a:solidFill>
              <a:latin typeface="思源宋体 CN Heavy" panose="02020900000000000000" pitchFamily="18" charset="-122"/>
              <a:ea typeface="思源宋体 CN Heavy" panose="02020900000000000000" pitchFamily="18" charset="-122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249885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0">
        <p:fade thruBlk="1"/>
      </p:transition>
    </mc:Choice>
    <mc:Fallback xmlns="">
      <p:transition spd="slow" advTm="3000">
        <p:fade thruBlk="1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6559F-CF70-7CE7-F028-5C1445C3D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E46A9814-C468-6C36-C500-3E32676FBF02}"/>
              </a:ext>
            </a:extLst>
          </p:cNvPr>
          <p:cNvSpPr txBox="1"/>
          <p:nvPr/>
        </p:nvSpPr>
        <p:spPr>
          <a:xfrm>
            <a:off x="2241533" y="2290023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møter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 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见面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279347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7E21E-A2EE-94CE-468E-8D389EA01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2658AF-7F42-F3C4-C8C5-0C97D4FB754C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Hallo 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你好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93C5117-E43D-C4F1-0B83-82BA616D3A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13433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47577-AF04-AB57-5148-99D240F98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256BDAC2-8BCC-3EE9-4B71-F8761304DFC1}"/>
              </a:ext>
            </a:extLst>
          </p:cNvPr>
          <p:cNvSpPr txBox="1"/>
          <p:nvPr/>
        </p:nvSpPr>
        <p:spPr>
          <a:xfrm>
            <a:off x="2333897" y="2373150"/>
            <a:ext cx="67404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Dette er…</a:t>
            </a:r>
          </a:p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这是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103080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9A28F-41BC-AB5C-DCB3-551370CA0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E34871C-C252-71E5-8F09-54D889861E71}"/>
              </a:ext>
            </a:extLst>
          </p:cNvPr>
          <p:cNvSpPr txBox="1"/>
          <p:nvPr/>
        </p:nvSpPr>
        <p:spPr>
          <a:xfrm>
            <a:off x="988291" y="2158546"/>
            <a:ext cx="1021541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en</a:t>
            </a:r>
            <a:r>
              <a:rPr lang="en-US" altLang="zh-CN" sz="7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7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barnehage</a:t>
            </a:r>
            <a:r>
              <a:rPr lang="en-US" altLang="zh-CN" sz="7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</a:p>
          <a:p>
            <a:pPr algn="ctr"/>
            <a:r>
              <a:rPr lang="zh-CN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一家幼儿园</a:t>
            </a:r>
            <a:endParaRPr lang="en-US" altLang="zh-CN" sz="7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E3B8637-A489-29D1-177F-6EC001BDA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8683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27E84-F4C7-13C0-2CAD-1A1D92A5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BCE76483-3E43-6B43-A5E4-2C51CF38BA7B}"/>
              </a:ext>
            </a:extLst>
          </p:cNvPr>
          <p:cNvSpPr txBox="1"/>
          <p:nvPr/>
        </p:nvSpPr>
        <p:spPr>
          <a:xfrm>
            <a:off x="800877" y="2457125"/>
            <a:ext cx="1059024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Så</a:t>
            </a:r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6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fint</a:t>
            </a:r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!</a:t>
            </a:r>
          </a:p>
          <a:p>
            <a:pPr algn="ctr"/>
            <a:r>
              <a:rPr lang="zh-CN" altLang="en-US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太好了</a:t>
            </a:r>
            <a:endParaRPr lang="en-US" altLang="zh-CN" sz="66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49604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8ADF73-4BCB-ADA3-C0B2-52055AA81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39424814-382A-FC4F-7583-ADE247656751}"/>
              </a:ext>
            </a:extLst>
          </p:cNvPr>
          <p:cNvSpPr txBox="1"/>
          <p:nvPr/>
        </p:nvSpPr>
        <p:spPr>
          <a:xfrm>
            <a:off x="1643432" y="2027917"/>
            <a:ext cx="912409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b-NO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Gratulerer med jobb</a:t>
            </a:r>
          </a:p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恭喜你有一份工作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D8D9BA9-4D1E-6CD9-2B9E-029BDAE07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4572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67E78-CE09-E1C0-5229-B4E0549E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C47C07C-A646-2C36-9296-DBA0AF3AC0A0}"/>
              </a:ext>
            </a:extLst>
          </p:cNvPr>
          <p:cNvSpPr txBox="1"/>
          <p:nvPr/>
        </p:nvSpPr>
        <p:spPr>
          <a:xfrm>
            <a:off x="1916507" y="2149215"/>
            <a:ext cx="83589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Hva </a:t>
            </a:r>
            <a:r>
              <a:rPr lang="en-US" altLang="zh-CN" sz="7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betyr</a:t>
            </a:r>
            <a:r>
              <a:rPr lang="en-US" altLang="zh-CN" sz="7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…</a:t>
            </a:r>
            <a:r>
              <a:rPr lang="zh-CN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？</a:t>
            </a:r>
            <a:endParaRPr lang="en-US" altLang="zh-CN" sz="7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7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XXX</a:t>
            </a:r>
            <a:r>
              <a:rPr lang="zh-CN" altLang="en-US" sz="7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是什么意思</a:t>
            </a:r>
            <a:r>
              <a:rPr lang="en-US" altLang="zh-CN" sz="7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…?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FD428DB9-B69A-D056-ECD7-71425A44C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32137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DC57DC-056F-83DE-A460-AC48BDFC6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45E99ED-FF51-59BC-D937-C1E5B28F7E49}"/>
              </a:ext>
            </a:extLst>
          </p:cNvPr>
          <p:cNvSpPr txBox="1"/>
          <p:nvPr/>
        </p:nvSpPr>
        <p:spPr>
          <a:xfrm>
            <a:off x="1153886" y="950772"/>
            <a:ext cx="9884228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Hvordan</a:t>
            </a:r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6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</a:t>
            </a:r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du det?</a:t>
            </a:r>
          </a:p>
          <a:p>
            <a:pPr algn="ctr"/>
            <a:r>
              <a:rPr lang="zh-CN" altLang="en-US" sz="54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你过得怎么样？</a:t>
            </a:r>
            <a:endParaRPr lang="en-US" altLang="zh-CN" sz="5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4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</a:t>
            </a:r>
            <a:r>
              <a:rPr lang="en-US" altLang="zh-CN" sz="6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</a:t>
            </a:r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det bra. </a:t>
            </a:r>
          </a:p>
          <a:p>
            <a:pPr algn="ctr"/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Jeg </a:t>
            </a:r>
            <a:r>
              <a:rPr lang="en-US" altLang="zh-CN" sz="6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har</a:t>
            </a:r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det </a:t>
            </a:r>
            <a:r>
              <a:rPr lang="en-US" altLang="zh-CN" sz="66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greit</a:t>
            </a:r>
            <a:r>
              <a:rPr lang="en-US" altLang="zh-CN" sz="66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977621-AC17-4BB1-735A-5D91BF20A3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75596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88664-A3EC-E07B-D73E-F3DBABBCE0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669CCFE-7EB3-375F-A0E4-308975581A7F}"/>
              </a:ext>
            </a:extLst>
          </p:cNvPr>
          <p:cNvSpPr txBox="1"/>
          <p:nvPr/>
        </p:nvSpPr>
        <p:spPr>
          <a:xfrm>
            <a:off x="2725783" y="2401142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nummer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数字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D601D08-97AF-DF73-BF63-577C96FED5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7068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AF75DC-C80B-85AC-204F-974FFABEE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830C342-5580-A6F0-3276-7E80152AB51C}"/>
              </a:ext>
            </a:extLst>
          </p:cNvPr>
          <p:cNvSpPr txBox="1"/>
          <p:nvPr/>
        </p:nvSpPr>
        <p:spPr>
          <a:xfrm>
            <a:off x="2333897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barn 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孩子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37B0657-284E-CE12-8BEF-515743C37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66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BD388-CD32-695D-F25B-4B5B4C90C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8A18CA5-EA86-3358-BC82-37FEA6B0E4BC}"/>
              </a:ext>
            </a:extLst>
          </p:cNvPr>
          <p:cNvSpPr txBox="1"/>
          <p:nvPr/>
        </p:nvSpPr>
        <p:spPr>
          <a:xfrm>
            <a:off x="2333897" y="2373150"/>
            <a:ext cx="67404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sammern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med </a:t>
            </a:r>
          </a:p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一起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3B06F6A-11D2-FD1C-28D0-B2A0D42A9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496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86274-F8E4-4EF2-6C26-07DAA0AAF6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33BFA11-7BDF-9DC9-9AA1-56DAB4E5AA32}"/>
              </a:ext>
            </a:extLst>
          </p:cNvPr>
          <p:cNvSpPr txBox="1"/>
          <p:nvPr/>
        </p:nvSpPr>
        <p:spPr>
          <a:xfrm>
            <a:off x="2632476" y="2151727"/>
            <a:ext cx="674043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samboere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同居者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9F6B8F6-DC62-DC37-C83C-433B2ACFF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210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DFB02-E558-8A4A-3940-6F0AB46BB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3074BC2-C89B-0E82-0400-C39C005673FF}"/>
              </a:ext>
            </a:extLst>
          </p:cNvPr>
          <p:cNvSpPr txBox="1"/>
          <p:nvPr/>
        </p:nvSpPr>
        <p:spPr>
          <a:xfrm>
            <a:off x="1802674" y="2434110"/>
            <a:ext cx="90133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alene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algn="ctr"/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独自一人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B2E5BB2-B776-7FDB-E5B6-E180E2286B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9206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CED71-0A97-4152-C631-B59D2680E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520047B-AD4D-3BAE-E2C4-E9BE59D0396D}"/>
              </a:ext>
            </a:extLst>
          </p:cNvPr>
          <p:cNvSpPr txBox="1"/>
          <p:nvPr/>
        </p:nvSpPr>
        <p:spPr>
          <a:xfrm>
            <a:off x="2629989" y="2373150"/>
            <a:ext cx="674043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singel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单身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CCC5B0D-CD5D-49E5-341B-4B2813DC5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59285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6A7C1-AA0D-3146-C145-5BF062056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83002E1F-0805-769C-91C0-FCF40F60A8EE}"/>
              </a:ext>
            </a:extLst>
          </p:cNvPr>
          <p:cNvSpPr txBox="1"/>
          <p:nvPr/>
        </p:nvSpPr>
        <p:spPr>
          <a:xfrm>
            <a:off x="1924594" y="2373150"/>
            <a:ext cx="888274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en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familie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一个家庭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ABE30B3-FB88-E063-E9B0-E83AAD2C8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2203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B6BBD-3629-68CE-77DD-0E957CD5B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8028DD8-8DC1-7E4D-523A-2F74D2C28834}"/>
              </a:ext>
            </a:extLst>
          </p:cNvPr>
          <p:cNvSpPr txBox="1"/>
          <p:nvPr/>
        </p:nvSpPr>
        <p:spPr>
          <a:xfrm>
            <a:off x="535526" y="2312813"/>
            <a:ext cx="1001904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8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skilt</a:t>
            </a:r>
            <a:r>
              <a:rPr lang="en-US" altLang="zh-CN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8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离婚</a:t>
            </a:r>
            <a:endParaRPr lang="en-US" altLang="zh-CN" sz="8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8BF7DDE-9358-913E-1980-348289DA7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69252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1EBF30-89DD-0891-0622-D56C8BC1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649607-13E3-9BFC-5B31-BC95AA0F0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11DEE89-A99B-2DC4-0FC1-0B08F5846A0F}"/>
              </a:ext>
            </a:extLst>
          </p:cNvPr>
          <p:cNvSpPr txBox="1">
            <a:spLocks/>
          </p:cNvSpPr>
          <p:nvPr/>
        </p:nvSpPr>
        <p:spPr>
          <a:xfrm>
            <a:off x="1011387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på</a:t>
            </a:r>
            <a:r>
              <a:rPr lang="zh-CN" altLang="en-US" dirty="0"/>
              <a:t>的区别</a:t>
            </a:r>
            <a:r>
              <a:rPr lang="en-US" altLang="zh-CN" dirty="0"/>
              <a:t> 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C0213800-A1F3-2BF0-DD36-AB6B94C322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06" y="1550760"/>
            <a:ext cx="10818981" cy="356117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5293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9DAA2-7386-98F0-5BB1-ED81B061A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9D68ABED-40D9-63EA-A246-0327720059FF}"/>
              </a:ext>
            </a:extLst>
          </p:cNvPr>
          <p:cNvSpPr txBox="1"/>
          <p:nvPr/>
        </p:nvSpPr>
        <p:spPr>
          <a:xfrm>
            <a:off x="949235" y="1963847"/>
            <a:ext cx="10781212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indent="-742950">
              <a:buAutoNum type="arabicPeriod"/>
            </a:pPr>
            <a:r>
              <a:rPr lang="nb-NO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“i ”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一般用在城市、国家、街道、州的前面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 marL="742950" indent="-742950">
              <a:buAutoNum type="arabicPeriod"/>
            </a:pP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er </a:t>
            </a:r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Kina. 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我在中国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</a:t>
            </a:r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bor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Oslo. 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我住在奥斯陆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D694878-D065-9153-0D2B-6E8563A14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9C1FCB4F-D026-8752-5B4D-C51603F58E8A}"/>
              </a:ext>
            </a:extLst>
          </p:cNvPr>
          <p:cNvSpPr txBox="1">
            <a:spLocks/>
          </p:cNvSpPr>
          <p:nvPr/>
        </p:nvSpPr>
        <p:spPr>
          <a:xfrm>
            <a:off x="1011387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på</a:t>
            </a:r>
            <a:r>
              <a:rPr lang="zh-CN" altLang="en-US" dirty="0"/>
              <a:t>的区别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86386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B6899-1CB1-5598-5DC1-0AA93F5BE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41001ECD-B4E8-E6DE-8841-0F95E9E7495F}"/>
              </a:ext>
            </a:extLst>
          </p:cNvPr>
          <p:cNvSpPr txBox="1"/>
          <p:nvPr/>
        </p:nvSpPr>
        <p:spPr>
          <a:xfrm>
            <a:off x="1114697" y="1955138"/>
            <a:ext cx="10232572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n-NO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2. i </a:t>
            </a:r>
            <a:r>
              <a:rPr lang="zh-CN" altLang="nn-NO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也表示在</a:t>
            </a:r>
            <a:r>
              <a:rPr lang="nn-NO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...</a:t>
            </a:r>
            <a:r>
              <a:rPr lang="zh-CN" altLang="nn-NO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的里面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Jeg er </a:t>
            </a:r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huset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 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我在房子里</a:t>
            </a:r>
          </a:p>
          <a:p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Mobilen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er </a:t>
            </a:r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lomma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 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手机在口袋里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Han er </a:t>
            </a:r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i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parken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 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他在公园里</a:t>
            </a:r>
          </a:p>
          <a:p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6DBB15A-EFBF-FE23-15AD-FE8258F7C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B600F909-2962-8FC9-6451-C34B0D2CE561}"/>
              </a:ext>
            </a:extLst>
          </p:cNvPr>
          <p:cNvSpPr txBox="1">
            <a:spLocks/>
          </p:cNvSpPr>
          <p:nvPr/>
        </p:nvSpPr>
        <p:spPr>
          <a:xfrm>
            <a:off x="1011387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på</a:t>
            </a:r>
            <a:r>
              <a:rPr lang="zh-CN" altLang="en-US" dirty="0"/>
              <a:t>的区别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40793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59C08-8FC0-38BA-D7AE-1C047F807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EB829598-947E-4E65-389F-CA68B4B266C2}"/>
              </a:ext>
            </a:extLst>
          </p:cNvPr>
          <p:cNvSpPr txBox="1"/>
          <p:nvPr/>
        </p:nvSpPr>
        <p:spPr>
          <a:xfrm>
            <a:off x="1114697" y="1955138"/>
            <a:ext cx="1023257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på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一般表示在物体的表面之上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Boken ligger </a:t>
            </a:r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på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border. 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书在桌子上 </a:t>
            </a:r>
          </a:p>
          <a:p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Bildet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henger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på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veggen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 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画挂在墙上 </a:t>
            </a:r>
          </a:p>
          <a:p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22100B4-F7A6-014A-F770-F9333E4BB2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49FC3DE4-F489-E205-BF4F-7FDE1E320F23}"/>
              </a:ext>
            </a:extLst>
          </p:cNvPr>
          <p:cNvSpPr txBox="1">
            <a:spLocks/>
          </p:cNvSpPr>
          <p:nvPr/>
        </p:nvSpPr>
        <p:spPr>
          <a:xfrm>
            <a:off x="1011387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på</a:t>
            </a:r>
            <a:r>
              <a:rPr lang="zh-CN" altLang="en-US" dirty="0"/>
              <a:t>的区别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693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7D23FB-C65E-AAB8-462E-A6EB965C5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7A3A14A-B541-96E8-1BC1-FFE21C0AF1CB}"/>
              </a:ext>
            </a:extLst>
          </p:cNvPr>
          <p:cNvSpPr txBox="1"/>
          <p:nvPr/>
        </p:nvSpPr>
        <p:spPr>
          <a:xfrm>
            <a:off x="1011387" y="1711299"/>
            <a:ext cx="1053737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på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也用在岛屿和地点的前面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:</a:t>
            </a:r>
          </a:p>
          <a:p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Han er </a:t>
            </a:r>
            <a:r>
              <a:rPr lang="en-US" altLang="zh-CN" sz="40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på</a:t>
            </a:r>
            <a:r>
              <a:rPr lang="en-US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Island. 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他在冰岛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r>
              <a:rPr lang="nb-NO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Vi skal møtes på stasjonen. </a:t>
            </a:r>
            <a:r>
              <a:rPr lang="zh-CN" altLang="en-US" sz="40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我们将在车站见面</a:t>
            </a:r>
            <a:endParaRPr lang="en-US" altLang="zh-CN" sz="40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5D21D02-15FF-DB52-7066-9784C1B0F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32B50184-A21B-4345-5420-496D21F5A034}"/>
              </a:ext>
            </a:extLst>
          </p:cNvPr>
          <p:cNvSpPr txBox="1">
            <a:spLocks/>
          </p:cNvSpPr>
          <p:nvPr/>
        </p:nvSpPr>
        <p:spPr>
          <a:xfrm>
            <a:off x="1011387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på</a:t>
            </a:r>
            <a:r>
              <a:rPr lang="zh-CN" altLang="en-US" dirty="0"/>
              <a:t>的区别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28258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95B5D-E414-F547-A47A-4DE4BD706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F29836EE-2730-115F-BD81-0E5A185E506C}"/>
              </a:ext>
            </a:extLst>
          </p:cNvPr>
          <p:cNvSpPr txBox="1"/>
          <p:nvPr/>
        </p:nvSpPr>
        <p:spPr>
          <a:xfrm>
            <a:off x="1154391" y="1369373"/>
            <a:ext cx="10537372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På 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也用在其他地方：</a:t>
            </a:r>
            <a:endParaRPr lang="en-US" altLang="zh-CN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endParaRPr lang="en-US" altLang="zh-CN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on vacation - Jeg er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på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ferie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 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我在度假</a:t>
            </a:r>
            <a:endParaRPr lang="en-US" altLang="zh-CN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at work - Jeg er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på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jobb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. 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我在上班</a:t>
            </a:r>
            <a:endParaRPr lang="en-US" altLang="zh-CN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at the restaurant - Vi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er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på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restaurant. </a:t>
            </a:r>
            <a:r>
              <a:rPr lang="zh-CN" alt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我们在餐厅</a:t>
            </a:r>
            <a:endParaRPr lang="en-US" altLang="zh-CN" sz="3200" b="1" dirty="0">
              <a:solidFill>
                <a:schemeClr val="tx1">
                  <a:lumMod val="95000"/>
                  <a:lumOff val="5000"/>
                </a:schemeClr>
              </a:solidFill>
              <a:cs typeface="+mn-ea"/>
              <a:sym typeface="+mn-lt"/>
            </a:endParaRPr>
          </a:p>
          <a:p>
            <a:pPr>
              <a:spcBef>
                <a:spcPts val="1200"/>
              </a:spcBef>
            </a:pP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at the university / library / cinema  - Vi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skal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på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 kino.</a:t>
            </a:r>
          </a:p>
          <a:p>
            <a:pPr>
              <a:spcBef>
                <a:spcPts val="1200"/>
              </a:spcBef>
            </a:pP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cs typeface="+mn-ea"/>
                <a:sym typeface="+mn-lt"/>
              </a:rPr>
              <a:t>Some rooms in the house (bathroom / kitchen)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466C732-0ED3-540B-FE2A-D700B0A0A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5" name="标题 1">
            <a:extLst>
              <a:ext uri="{FF2B5EF4-FFF2-40B4-BE49-F238E27FC236}">
                <a16:creationId xmlns:a16="http://schemas.microsoft.com/office/drawing/2014/main" id="{DD3B1BF4-5CAD-DA9E-255F-BD927E35AB9C}"/>
              </a:ext>
            </a:extLst>
          </p:cNvPr>
          <p:cNvSpPr txBox="1">
            <a:spLocks/>
          </p:cNvSpPr>
          <p:nvPr/>
        </p:nvSpPr>
        <p:spPr>
          <a:xfrm>
            <a:off x="1011387" y="401496"/>
            <a:ext cx="5933536" cy="5492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rgbClr val="94A585"/>
                </a:solidFill>
                <a:latin typeface="思源宋体 CN Heavy" panose="02020900000000000000" pitchFamily="18" charset="-122"/>
                <a:ea typeface="思源宋体 CN Heavy" panose="02020900000000000000" pitchFamily="18" charset="-122"/>
                <a:cs typeface="+mj-cs"/>
              </a:defRPr>
            </a:lvl1pPr>
          </a:lstStyle>
          <a:p>
            <a:r>
              <a:rPr lang="en-US" altLang="zh-CN" dirty="0" err="1"/>
              <a:t>i</a:t>
            </a:r>
            <a:r>
              <a:rPr lang="en-US" altLang="zh-CN" dirty="0"/>
              <a:t> </a:t>
            </a:r>
            <a:r>
              <a:rPr lang="zh-CN" altLang="en-US" dirty="0"/>
              <a:t>和 </a:t>
            </a:r>
            <a:r>
              <a:rPr lang="en-US" altLang="zh-CN" dirty="0" err="1"/>
              <a:t>på</a:t>
            </a:r>
            <a:r>
              <a:rPr lang="zh-CN" altLang="en-US" dirty="0"/>
              <a:t>的区别</a:t>
            </a:r>
            <a:r>
              <a:rPr lang="en-US" altLang="zh-CN" dirty="0"/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42078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3000">
        <p:wipe dir="d"/>
      </p:transition>
    </mc:Choice>
    <mc:Fallback xmlns="">
      <p:transition spd="slow" advTm="3000">
        <p:wipe dir="d"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94A585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e4218c44-5dd4-423a-a20d-1aaad86ca3f6">
      <a:majorFont>
        <a:latin typeface="思源黑体 CN" panose="020F0302020204030204"/>
        <a:ea typeface="Verdana"/>
        <a:cs typeface=""/>
      </a:majorFont>
      <a:minorFont>
        <a:latin typeface="思源黑体 CN" panose="020F0502020204030204"/>
        <a:ea typeface="Verdana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94A585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94A585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2234</TotalTime>
  <Words>420</Words>
  <Application>Microsoft Office PowerPoint</Application>
  <PresentationFormat>宽屏</PresentationFormat>
  <Paragraphs>103</Paragraphs>
  <Slides>25</Slides>
  <Notes>22</Notes>
  <HiddenSlides>0</HiddenSlides>
  <MMClips>1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1" baseType="lpstr">
      <vt:lpstr>思源宋体 CN Heavy</vt:lpstr>
      <vt:lpstr>思源黑体 CN</vt:lpstr>
      <vt:lpstr>等线</vt:lpstr>
      <vt:lpstr>Arial</vt:lpstr>
      <vt:lpstr>Verdana</vt:lpstr>
      <vt:lpstr>Office 主题​​</vt:lpstr>
      <vt:lpstr>PowerPoint 演示文稿</vt:lpstr>
      <vt:lpstr>PowerPoint 演示文稿</vt:lpstr>
      <vt:lpstr>PowerPoint 演示文稿</vt:lpstr>
      <vt:lpstr>PowerPoint 演示文稿</vt:lpstr>
      <vt:lpstr> </vt:lpstr>
      <vt:lpstr>PowerPoint 演示文稿</vt:lpstr>
      <vt:lpstr> </vt:lpstr>
      <vt:lpstr>PowerPoint 演示文稿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xx 张</dc:creator>
  <cp:lastModifiedBy>Tingting Liu</cp:lastModifiedBy>
  <cp:revision>151</cp:revision>
  <dcterms:created xsi:type="dcterms:W3CDTF">2025-12-30T00:20:34Z</dcterms:created>
  <dcterms:modified xsi:type="dcterms:W3CDTF">2026-10-20T11:57:30Z</dcterms:modified>
</cp:coreProperties>
</file>